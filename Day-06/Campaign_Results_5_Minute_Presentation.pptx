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f04fc99b234d5b" /><Relationship Type="http://schemas.openxmlformats.org/officeDocument/2006/relationships/extended-properties" Target="/docProps/app.xml" Id="R9456c697e0cd4ea0" /><Relationship Type="http://schemas.openxmlformats.org/officeDocument/2006/relationships/officeDocument" Target="/ppt/presentation.xml" Id="R1ceca1947f174a64" /></Relationships>
</file>

<file path=ppt/presentation.xml><?xml version="1.0" encoding="utf-8"?>
<p:presentation xmlns:p="http://schemas.openxmlformats.org/presentationml/2006/main">
  <p:sldMasterIdLst>
    <p:sldMasterId xmlns:r="http://schemas.openxmlformats.org/officeDocument/2006/relationships" id="2147483648" r:id="R5f3984d4df8e45b4"/>
  </p:sldMasterIdLst>
  <p:notesMasterIdLst>
    <p:notesMasterId xmlns:r="http://schemas.openxmlformats.org/officeDocument/2006/relationships" r:id="Rfdeb3494ae434a40"/>
  </p:notesMasterIdLst>
  <p:sldIdLst>
    <p:sldId xmlns:r="http://schemas.openxmlformats.org/officeDocument/2006/relationships" id="256" r:id="R515a4f1b31584592"/>
    <p:sldId xmlns:r="http://schemas.openxmlformats.org/officeDocument/2006/relationships" id="257" r:id="Rf4f4dfe8ec1d44bf"/>
    <p:sldId xmlns:r="http://schemas.openxmlformats.org/officeDocument/2006/relationships" id="258" r:id="R6941ec9f52dd48d0"/>
    <p:sldId xmlns:r="http://schemas.openxmlformats.org/officeDocument/2006/relationships" id="259" r:id="R2c67c09457804021"/>
    <p:sldId xmlns:r="http://schemas.openxmlformats.org/officeDocument/2006/relationships" id="260" r:id="R51a4496472ba4d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bbba578fea47ee" /><Relationship Type="http://schemas.openxmlformats.org/officeDocument/2006/relationships/slideMaster" Target="/ppt/slideMasters/slideMaster1.xml" Id="R5f3984d4df8e45b4" /><Relationship Type="http://schemas.openxmlformats.org/officeDocument/2006/relationships/notesMaster" Target="/ppt/notesMasters/notesMaster1.xml" Id="Rfdeb3494ae434a40" /><Relationship Type="http://schemas.openxmlformats.org/officeDocument/2006/relationships/presProps" Target="/ppt/presProps.xml" Id="Rf34d076d0f3f47b1" /><Relationship Type="http://schemas.openxmlformats.org/officeDocument/2006/relationships/tableStyles" Target="/ppt/tableStyles.xml" Id="R779834ad4e4e4210" /><Relationship Type="http://schemas.openxmlformats.org/officeDocument/2006/relationships/slide" Target="/ppt/slides/slide1.xml" Id="R515a4f1b31584592" /><Relationship Type="http://schemas.openxmlformats.org/officeDocument/2006/relationships/slide" Target="/ppt/slides/slide2.xml" Id="Rf4f4dfe8ec1d44bf" /><Relationship Type="http://schemas.openxmlformats.org/officeDocument/2006/relationships/slide" Target="/ppt/slides/slide3.xml" Id="R6941ec9f52dd48d0" /><Relationship Type="http://schemas.openxmlformats.org/officeDocument/2006/relationships/slide" Target="/ppt/slides/slide4.xml" Id="R2c67c09457804021" /><Relationship Type="http://schemas.openxmlformats.org/officeDocument/2006/relationships/slide" Target="/ppt/slides/slide5.xml" Id="R51a4496472ba4d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a2398ecc7849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ission Purple">
      <a:dk1>
        <a:srgbClr val="000000"/>
      </a:dk1>
      <a:lt1>
        <a:srgbClr val="FFFFFF"/>
      </a:lt1>
      <a:dk2>
        <a:srgbClr val="0D1026"/>
      </a:dk2>
      <a:lt2>
        <a:srgbClr val="EFE6F8"/>
      </a:lt2>
      <a:accent1>
        <a:srgbClr val="7B3FC5"/>
      </a:accent1>
      <a:accent2>
        <a:srgbClr val="0D1026"/>
      </a:accent2>
      <a:accent3>
        <a:srgbClr val="E6B735"/>
      </a:accent3>
      <a:accent4>
        <a:srgbClr val="16866B"/>
      </a:accent4>
      <a:accent5>
        <a:srgbClr val="9B65D8"/>
      </a:accent5>
      <a:accent6>
        <a:srgbClr val="C74D55"/>
      </a:accent6>
      <a:hlink>
        <a:srgbClr val="7B3FC5"/>
      </a:hlink>
      <a:folHlink>
        <a:srgbClr val="9B65D8"/>
      </a:folHlink>
    </a:clrScheme>
    <a:fontScheme name="">
      <a:majorFont>
        <a:latin typeface="Aptos"/>
        <a:ea typeface=""/>
        <a:cs typeface=""/>
      </a:majorFont>
      <a:minorFont>
        <a:latin typeface="Aptos"/>
        <a:ea typeface=""/>
        <a:cs typeface=""/>
      </a:minorFont>
    </a:fontScheme>
    <a:fmtScheme name="Mission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88a27ecbff4ccc" /><Relationship Type="http://schemas.openxmlformats.org/officeDocument/2006/relationships/notesMaster" Target="/ppt/notesMasters/notesMaster1.xml" Id="R3af1dd056b4347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42385d6113467d" /><Relationship Type="http://schemas.openxmlformats.org/officeDocument/2006/relationships/notesMaster" Target="/ppt/notesMasters/notesMaster1.xml" Id="R7b2ec09c63ec4e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f62e2ef25a432d" /><Relationship Type="http://schemas.openxmlformats.org/officeDocument/2006/relationships/notesMaster" Target="/ppt/notesMasters/notesMaster1.xml" Id="R75b9ab524c1e47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1d0e7e0e8144bd" /><Relationship Type="http://schemas.openxmlformats.org/officeDocument/2006/relationships/notesMaster" Target="/ppt/notesMasters/notesMaster1.xml" Id="R3c7aad969dc243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0a9d68128545ff" /><Relationship Type="http://schemas.openxmlformats.org/officeDocument/2006/relationships/notesMaster" Target="/ppt/notesMasters/notesMaster1.xml" Id="Re5195949097e40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everyone. Today I’m presenting the work I completed in the L4 Power Campaign lab. I used the D2 practice touchpoint dataset to compare five attribution models, then the D3 practice campaign dataset to calculate ROAS and profit. Finally, I published a bilingual privacy notice and an optional consent form for a classroom demo. These are practice results, not real company performance. The main lesson is to judge marketing by both the credit model and the profit after margin.</a:t>
            </a:r>
          </a:p>
          <a:p xmlns:a="http://schemas.openxmlformats.org/drawingml/2006/main">
            <a:r>
              <a:t/>
            </a:r>
          </a:p>
          <a:p xmlns:a="http://schemas.openxmlformats.org/drawingml/2006/main">
            <a:r>
              <a:t>Sources: Mission Console L4 worksheet; D2 and D3 tabs in the course workbook: https://docs.google.com/spreadsheets/d/1T9XhHZfPSZu5NYiqTRqhofTiaW86jHfFOTl_2sPx3Ac/edit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with ten customer journeys worth $960 in total. I compared last click, first click, linear, position-based and time-decay attribution. The total stays $960 in every model, but the channel credit moves. Paid Social receives zero under last click because it appears earlier in the journey. Under first click it receives $270, the biggest increase. This shows how last-click reporting can undervalue channels that introduce customers. Attribution describes how we assign credit. It does not prove that a channel caused the sale, so budget decisions need more than one view.</a:t>
            </a:r>
          </a:p>
          <a:p xmlns:a="http://schemas.openxmlformats.org/drawingml/2006/main">
            <a:r>
              <a:t/>
            </a:r>
          </a:p>
          <a:p xmlns:a="http://schemas.openxmlformats.org/drawingml/2006/main">
            <a:r>
              <a:t>Source: D2_Work channel attribution table in the course workbook. All five model totals equal $960. https://docs.google.com/spreadsheets/d/1T9XhHZfPSZu5NYiqTRqhofTiaW86jHfFOTl_2sPx3Ac/edit#gid=1351253782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calculated CTR, CPC, CPA and ROAS for eight campaigns, then estimated profit at a 40 percent product margin. Brand search delivered a 7.60 ROAS and $2,448 in estimated profit, so the decision is to scale carefully. Category search returned a 1.85 ROAS but lost $884 after margin, so we should improve its queries and landing page before retesting. Meta prospecting had the weakest sales ROAS at 1.19 and lost $1,572, so the worksheet says to pause and rework it. At a 40 percent margin, break-even ROAS is 2.5. Awareness campaigns need reach or brand-lift goals instead of a sales ROAS target.</a:t>
            </a:r>
          </a:p>
          <a:p xmlns:a="http://schemas.openxmlformats.org/drawingml/2006/main">
            <a:r>
              <a:t/>
            </a:r>
          </a:p>
          <a:p xmlns:a="http://schemas.openxmlformats.org/drawingml/2006/main">
            <a:r>
              <a:t>Source: D3_Work practice campaigns, formulas and decisions in the course workbook. Profit uses 40% of revenue minus spend. https://docs.google.com/spreadsheets/d/1T9XhHZfPSZu5NYiqTRqhofTiaW86jHfFOTl_2sPx3Ac/edit#gid=1695454090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Part F, I published a Privacy page with an embedded Google Form. The notice is in English with a Tamil summary. It explains what the classroom demo collects, why it collects it, the 30-day deletion period, the role of Google Forms and Drive, and how a person can contact the course instructor about their choices. The form has separate optional campaign and personalisation choices, neither selected by default, plus an age confirmation. It clearly says this is a student demo and asks people to use dummy information only. The independent Watcher review and the withdrawal-ease checklist still need follow-up.</a:t>
            </a:r>
          </a:p>
          <a:p xmlns:a="http://schemas.openxmlformats.org/drawingml/2006/main">
            <a:r>
              <a:t/>
            </a:r>
          </a:p>
          <a:p xmlns:a="http://schemas.openxmlformats.org/drawingml/2006/main">
            <a:r>
              <a:t>Published Privacy page: https://sites.google.com/view/language-learning-campaign-stu/privacy</a:t>
            </a:r>
          </a:p>
          <a:p xmlns:a="http://schemas.openxmlformats.org/drawingml/2006/main">
            <a:r>
              <a:t>Published classroom demo form: https://docs.google.com/forms/d/e/1FAIpQLSeVjY17PK7sCRQcbwVpEpSoTrtIy5_ATnXTd05tSoKGN90DjA/viewform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attribution changes the story about which channel helped. Margin changes whether the campaign made money. Clear consent and data limits matter because marketing uses people’s information. My next steps are to make the withdrawal route as easy as the original choice and to ask an independent Watcher to review the checklist. Thank you. I’m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4e54aa434043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25d095e87848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944f14e82644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ba30dcb6a340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e0e484eb9345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60f1ab948746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FF37C3-59EC-4BF3-B3D2-FF18F5EB9D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FE69A7-3CE6-4FD2-B02D-7443B9E9A62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DABD94-413D-4DEA-A935-ADF497ECF3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71261E-47B7-4FD8-944B-9FBC17C773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609C81-E738-4A01-B843-1FB3947431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BEA9C6D-87EF-4284-9EBA-82C5521177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B99B60-3E4A-4894-B9B1-815D75F4C6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EAFAF8-70C5-4BD8-AD6B-17A5B3354C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F4EB2C-7E51-493D-8CBF-360049F77C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C10CB6-4227-4D90-85EF-0AFCAD3EBA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51f126f8884423" /><Relationship Type="http://schemas.openxmlformats.org/officeDocument/2006/relationships/slideLayout" Target="/ppt/slideLayouts/slideLayout1.xml" Id="R52a8b3776b5b4c59" /><Relationship Type="http://schemas.openxmlformats.org/officeDocument/2006/relationships/slideLayout" Target="/ppt/slideLayouts/slideLayout2.xml" Id="Rdea9f2fc227d47d3" /><Relationship Type="http://schemas.openxmlformats.org/officeDocument/2006/relationships/slideLayout" Target="/ppt/slideLayouts/slideLayout3.xml" Id="R6014c317006147a3" /><Relationship Type="http://schemas.openxmlformats.org/officeDocument/2006/relationships/slideLayout" Target="/ppt/slideLayouts/slideLayout4.xml" Id="R50b1eeb1aef44637" /><Relationship Type="http://schemas.openxmlformats.org/officeDocument/2006/relationships/slideLayout" Target="/ppt/slideLayouts/slideLayout5.xml" Id="R5fc26f44bf7f4eed" /><Relationship Type="http://schemas.openxmlformats.org/officeDocument/2006/relationships/slideLayout" Target="/ppt/slideLayouts/slideLayout6.xml" Id="R1d0d17238a5b41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a8b3776b5b4c59"/>
    <p:sldLayoutId xmlns:r="http://schemas.openxmlformats.org/officeDocument/2006/relationships" id="2147483650" r:id="Rdea9f2fc227d47d3"/>
    <p:sldLayoutId xmlns:r="http://schemas.openxmlformats.org/officeDocument/2006/relationships" id="2147483651" r:id="R6014c317006147a3"/>
    <p:sldLayoutId xmlns:r="http://schemas.openxmlformats.org/officeDocument/2006/relationships" id="2147483652" r:id="R50b1eeb1aef44637"/>
    <p:sldLayoutId xmlns:r="http://schemas.openxmlformats.org/officeDocument/2006/relationships" id="2147483653" r:id="R5fc26f44bf7f4eed"/>
    <p:sldLayoutId xmlns:r="http://schemas.openxmlformats.org/officeDocument/2006/relationships" id="2147483654" r:id="R1d0d17238a5b41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ission Purple">
      <a:dk1>
        <a:srgbClr val="000000"/>
      </a:dk1>
      <a:lt1>
        <a:srgbClr val="FFFFFF"/>
      </a:lt1>
      <a:dk2>
        <a:srgbClr val="0D1026"/>
      </a:dk2>
      <a:lt2>
        <a:srgbClr val="EFE6F8"/>
      </a:lt2>
      <a:accent1>
        <a:srgbClr val="7B3FC5"/>
      </a:accent1>
      <a:accent2>
        <a:srgbClr val="0D1026"/>
      </a:accent2>
      <a:accent3>
        <a:srgbClr val="E6B735"/>
      </a:accent3>
      <a:accent4>
        <a:srgbClr val="16866B"/>
      </a:accent4>
      <a:accent5>
        <a:srgbClr val="9B65D8"/>
      </a:accent5>
      <a:accent6>
        <a:srgbClr val="C74D55"/>
      </a:accent6>
      <a:hlink>
        <a:srgbClr val="7B3FC5"/>
      </a:hlink>
      <a:folHlink>
        <a:srgbClr val="9B65D8"/>
      </a:folHlink>
    </a:clrScheme>
    <a:fontScheme name="">
      <a:majorFont>
        <a:latin typeface="Aptos"/>
        <a:ea typeface=""/>
        <a:cs typeface=""/>
      </a:majorFont>
      <a:minorFont>
        <a:latin typeface="Aptos"/>
        <a:ea typeface=""/>
        <a:cs typeface=""/>
      </a:minorFont>
    </a:fontScheme>
    <a:fmtScheme name="Mission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f7492e848749d2" /><Relationship Type="http://schemas.openxmlformats.org/officeDocument/2006/relationships/notesSlide" Target="/ppt/notesSlides/notesSlide1.xml" Id="R05d086bc558642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7922cddd1a451f" /><Relationship Type="http://schemas.openxmlformats.org/officeDocument/2006/relationships/chart" Target="/ppt/slides/charts/chart1.xml" Id="Rfffcfe15afd646bc" /><Relationship Type="http://schemas.openxmlformats.org/officeDocument/2006/relationships/notesSlide" Target="/ppt/notesSlides/notesSlide2.xml" Id="R7ef6392270a342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bf79e3ee2647fd" /><Relationship Type="http://schemas.openxmlformats.org/officeDocument/2006/relationships/chart" Target="/ppt/slides/charts/chart2.xml" Id="R50a6b2572818451d" /><Relationship Type="http://schemas.openxmlformats.org/officeDocument/2006/relationships/notesSlide" Target="/ppt/notesSlides/notesSlide3.xml" Id="Rfc175d864d7b4f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bf736676dd428c" /><Relationship Type="http://schemas.openxmlformats.org/officeDocument/2006/relationships/notesSlide" Target="/ppt/notesSlides/notesSlide4.xml" Id="Rc0fc7f632f1a43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c8d4e8ab5e4a78" /><Relationship Type="http://schemas.openxmlformats.org/officeDocument/2006/relationships/notesSlide" Target="/ppt/notesSlides/notesSlide5.xml" Id="R30c9b8edb94a4046" /></Relationships>
</file>

<file path=ppt/slides/charts/chart1.xml><?xml version="1.0" encoding="utf-8"?>
<c:chartSpace xmlns:c="http://schemas.openxmlformats.org/drawingml/2006/chart">
  <c:lang val="en-US"/>
  <c:chart>
    <c:plotArea>
      <c:barChart>
        <c:barDir val="bar"/>
        <c:grouping val="clustered"/>
        <c:varyColors val="0"/>
        <c:ser>
          <c:idx val="0"/>
          <c:order val="0"/>
          <c:tx>
            <c:v>Last click</c:v>
          </c:tx>
          <c:spPr>
            <a:solidFill xmlns:a="http://schemas.openxmlformats.org/drawingml/2006/main">
              <a:srgbClr val="0D1026"/>
            </a:solidFill>
          </c:spPr>
          <c:invertIfNegative val="0"/>
          <c:cat>
            <c:strLit>
              <c:ptCount val="7"/>
              <c:pt idx="0">
                <c:v>Direct</c:v>
              </c:pt>
              <c:pt idx="1">
                <c:v>Paid Search</c:v>
              </c:pt>
              <c:pt idx="2">
                <c:v>Email</c:v>
              </c:pt>
              <c:pt idx="3">
                <c:v>Organic Search</c:v>
              </c:pt>
              <c:pt idx="4">
                <c:v>Paid Social</c:v>
              </c:pt>
              <c:pt idx="5">
                <c:v>Organic Social</c:v>
              </c:pt>
              <c:pt idx="6">
                <c:v>Referral</c:v>
              </c:pt>
            </c:strLit>
          </c:cat>
          <c:val>
            <c:numLit>
              <c:formatCode>General</c:formatCode>
              <c:ptCount val="7"/>
              <c:pt idx="0">
                <c:v>580</c:v>
              </c:pt>
              <c:pt idx="1">
                <c:v>310</c:v>
              </c:pt>
              <c:pt idx="2">
                <c:v>70</c:v>
              </c:pt>
              <c:pt idx="3">
                <c:v>0</c:v>
              </c:pt>
              <c:pt idx="4">
                <c:v>0</c:v>
              </c:pt>
              <c:pt idx="5">
                <c:v>0</c:v>
              </c:pt>
              <c:pt idx="6">
                <c:v>0</c:v>
              </c:pt>
            </c:numLit>
          </c:val>
        </c:ser>
        <c:ser>
          <c:idx val="1"/>
          <c:order val="1"/>
          <c:tx>
            <c:v>First click</c:v>
          </c:tx>
          <c:spPr>
            <a:solidFill xmlns:a="http://schemas.openxmlformats.org/drawingml/2006/main">
              <a:srgbClr val="7B3FC5"/>
            </a:solidFill>
          </c:spPr>
          <c:invertIfNegative val="0"/>
          <c:cat>
            <c:strLit>
              <c:ptCount val="7"/>
              <c:pt idx="0">
                <c:v>Direct</c:v>
              </c:pt>
              <c:pt idx="1">
                <c:v>Paid Search</c:v>
              </c:pt>
              <c:pt idx="2">
                <c:v>Email</c:v>
              </c:pt>
              <c:pt idx="3">
                <c:v>Organic Search</c:v>
              </c:pt>
              <c:pt idx="4">
                <c:v>Paid Social</c:v>
              </c:pt>
              <c:pt idx="5">
                <c:v>Organic Social</c:v>
              </c:pt>
              <c:pt idx="6">
                <c:v>Referral</c:v>
              </c:pt>
            </c:strLit>
          </c:cat>
          <c:val>
            <c:numLit>
              <c:formatCode>General</c:formatCode>
              <c:ptCount val="7"/>
              <c:pt idx="0">
                <c:v>0</c:v>
              </c:pt>
              <c:pt idx="1">
                <c:v>170</c:v>
              </c:pt>
              <c:pt idx="2">
                <c:v>90</c:v>
              </c:pt>
              <c:pt idx="3">
                <c:v>210</c:v>
              </c:pt>
              <c:pt idx="4">
                <c:v>270</c:v>
              </c:pt>
              <c:pt idx="5">
                <c:v>150</c:v>
              </c:pt>
              <c:pt idx="6">
                <c:v>70</c:v>
              </c:pt>
            </c:numLit>
          </c:val>
        </c:ser>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11152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7E4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D647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CDD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52B"/>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D6478"/>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ROAS</c:v>
          </c:tx>
          <c:spPr>
            <a:solidFill xmlns:a="http://schemas.openxmlformats.org/drawingml/2006/main">
              <a:srgbClr val="7B3FC5"/>
            </a:solidFill>
          </c:spPr>
          <c:invertIfNegative val="0"/>
          <c:cat>
            <c:strLit>
              <c:ptCount val="4"/>
              <c:pt idx="0">
                <c:v>Brand search</c:v>
              </c:pt>
              <c:pt idx="1">
                <c:v>Retargeting</c:v>
              </c:pt>
              <c:pt idx="2">
                <c:v>Category search</c:v>
              </c:pt>
              <c:pt idx="3">
                <c:v>Prospecting</c:v>
              </c:pt>
            </c:strLit>
          </c:cat>
          <c:val>
            <c:numLit>
              <c:formatCode>General</c:formatCode>
              <c:ptCount val="4"/>
              <c:pt idx="0">
                <c:v>7.6</c:v>
              </c:pt>
              <c:pt idx="1">
                <c:v>3.48</c:v>
              </c:pt>
              <c:pt idx="2">
                <c:v>1.85</c:v>
              </c:pt>
              <c:pt idx="3">
                <c:v>1.19</c:v>
              </c:pt>
            </c:numLit>
          </c:val>
        </c:ser>
        <c:dLbls>
          <c:numFmt formatCode="0.00x" sourceLinked="0"/>
          <c:txPr>
            <a:bodyPr xmlns:a="http://schemas.openxmlformats.org/drawingml/2006/main" anchorCtr="1"/>
            <a:lstStyle xmlns:a="http://schemas.openxmlformats.org/drawingml/2006/main"/>
            <a:p xmlns:a="http://schemas.openxmlformats.org/drawingml/2006/main">
              <a:pPr>
                <a:defRPr sz="1125" b="1">
                  <a:solidFill>
                    <a:srgbClr val="11152B"/>
                  </a:solidFill>
                  <a:latin typeface="Arial"/>
                  <a:ea typeface="Arial"/>
                  <a:cs typeface="Arial"/>
                </a:defRPr>
              </a:pPr>
            </a:p>
          </c:txPr>
          <c:dLblPos val="outEnd"/>
          <c:showLegendKey val="0"/>
          <c:showVal val="1"/>
          <c:showCatName val="0"/>
          <c:showSerName val="0"/>
          <c:showPercent val="0"/>
          <c:showBubbleSize val="0"/>
          <c:showLeaderLines val="0"/>
        </c:dLbls>
        <c:gapWidth val="68"/>
        <c:axId val="48650112"/>
        <c:axId val="48672768"/>
      </c:barChart>
      <c:catAx>
        <c:axId val="48650112"/>
        <c:scaling>
          <c:orientation val="minMax"/>
        </c:scaling>
        <c:delete val="0"/>
        <c:axPos val="l"/>
        <c:majorGridlines>
          <c:spPr>
            <a:ln xmlns:a="http://schemas.openxmlformats.org/drawingml/2006/main" w="9525">
              <a:solidFill>
                <a:srgbClr val="E7E4EC"/>
              </a:solidFill>
              <a:prstDash val="solid"/>
            </a:ln>
          </c:spPr>
        </c:majorGridlines>
        <c:numFmt formatCode="0.0x"/>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D6478"/>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CDD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52B"/>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0D1026"/>
        </a:solidFill>
      </p:bgPr>
    </p:bg>
    <p:spTree>
      <p:nvGrpSpPr>
        <p:cNvPr id="1" name=""/>
        <p:cNvGrpSpPr/>
        <p:nvPr/>
      </p:nvGrpSpPr>
      <p:grpSpPr>
        <a:xfrm xmlns:a="http://schemas.openxmlformats.org/drawingml/2006/main"/>
      </p:grpSpPr>
      <p:sp>
        <p:nvSpPr>
          <p:cNvPr id="8" name="cover-accent">
            <a:extLst xmlns:a="http://schemas.openxmlformats.org/drawingml/2006/main">
              <a:ext uri="{FF2B5EF4-FFF2-40B4-BE49-F238E27FC236}">
                <a16:creationId xmlns:a16="http://schemas.microsoft.com/office/drawing/2014/main" id="{6984094B-2F2A-4C78-9F1B-11128D24C0CD}"/>
              </a:ext>
            </a:extLst>
          </p:cNvPr>
          <p:cNvSpPr>
            <a:spLocks xmlns:a="http://schemas.openxmlformats.org/drawingml/2006/main" noGrp="1"/>
          </p:cNvSpPr>
          <p:nvPr/>
        </p:nvSpPr>
        <p:spPr>
          <a:xfrm xmlns:a="http://schemas.openxmlformats.org/drawingml/2006/main">
            <a:off x="685800" y="628650"/>
            <a:ext cx="114300" cy="5429250"/>
          </a:xfrm>
          <a:prstGeom xmlns:a="http://schemas.openxmlformats.org/drawingml/2006/main" prst="rect">
            <a:avLst/>
          </a:prstGeom>
          <a:solidFill xmlns:a="http://schemas.openxmlformats.org/drawingml/2006/main">
            <a:srgbClr val="7B3FC5"/>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A93656AB-31BD-4661-A498-152A20BBA016}"/>
              </a:ext>
            </a:extLst>
          </p:cNvPr>
          <p:cNvSpPr>
            <a:spLocks xmlns:a="http://schemas.openxmlformats.org/drawingml/2006/main" noGrp="1"/>
          </p:cNvSpPr>
          <p:nvPr/>
        </p:nvSpPr>
        <p:spPr>
          <a:xfrm xmlns:a="http://schemas.openxmlformats.org/drawingml/2006/main">
            <a:off x="1066800" y="8191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C9A7EE"/>
                </a:solidFill>
                <a:latin typeface="Arial"/>
                <a:ea typeface="Arial"/>
                <a:cs typeface="Arial"/>
              </a:defRPr>
            </a:defPPr>
          </a:lstStyle>
          <a:p xmlns:a="http://schemas.openxmlformats.org/drawingml/2006/main">
            <a:pPr algn="l">
              <a:defRPr sz="1200" b="1" i="0">
                <a:solidFill>
                  <a:srgbClr val="C9A7EE"/>
                </a:solidFill>
                <a:latin typeface="Arial"/>
                <a:ea typeface="Arial"/>
                <a:cs typeface="Arial"/>
              </a:defRPr>
            </a:pPr>
            <a:r>
              <a:rPr sz="1200" b="1" i="0">
                <a:solidFill>
                  <a:srgbClr val="C9A7EE"/>
                </a:solidFill>
                <a:latin typeface="Arial"/>
                <a:ea typeface="Arial"/>
                <a:cs typeface="Arial"/>
              </a:rPr>
              <a:t>DAY 4  /  L4 POWER CAMPAIGN</a:t>
            </a:r>
          </a:p>
        </p:txBody>
      </p:sp>
      <p:sp>
        <p:nvSpPr>
          <p:cNvPr id="3" name="cover-title">
            <a:extLst xmlns:a="http://schemas.openxmlformats.org/drawingml/2006/main">
              <a:ext uri="{FF2B5EF4-FFF2-40B4-BE49-F238E27FC236}">
                <a16:creationId xmlns:a16="http://schemas.microsoft.com/office/drawing/2014/main" id="{AC1890EB-74DF-44D6-B03A-53A117A26496}"/>
              </a:ext>
            </a:extLst>
          </p:cNvPr>
          <p:cNvSpPr>
            <a:spLocks xmlns:a="http://schemas.openxmlformats.org/drawingml/2006/main" noGrp="1"/>
          </p:cNvSpPr>
          <p:nvPr/>
        </p:nvSpPr>
        <p:spPr>
          <a:xfrm xmlns:a="http://schemas.openxmlformats.org/drawingml/2006/main">
            <a:off x="1028700" y="14668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i="0">
                <a:solidFill>
                  <a:srgbClr val="FFFFFF"/>
                </a:solidFill>
                <a:latin typeface="Arial"/>
                <a:ea typeface="Arial"/>
                <a:cs typeface="Arial"/>
              </a:defRPr>
            </a:defPPr>
          </a:lstStyle>
          <a:p xmlns:a="http://schemas.openxmlformats.org/drawingml/2006/main">
            <a:pPr algn="l">
              <a:defRPr sz="4350" b="1" i="0">
                <a:solidFill>
                  <a:srgbClr val="FFFFFF"/>
                </a:solidFill>
                <a:latin typeface="Arial"/>
                <a:ea typeface="Arial"/>
                <a:cs typeface="Arial"/>
              </a:defRPr>
            </a:pPr>
            <a:r>
              <a:rPr sz="4350" b="1" i="0">
                <a:solidFill>
                  <a:srgbClr val="FFFFFF"/>
                </a:solidFill>
                <a:latin typeface="Arial"/>
                <a:ea typeface="Arial"/>
                <a:cs typeface="Arial"/>
              </a:rPr>
              <a:t>Campaign results</a:t>
            </a:r>
          </a:p>
          <a:p xmlns:a="http://schemas.openxmlformats.org/drawingml/2006/main">
            <a:pPr algn="l">
              <a:defRPr sz="4350" b="1" i="0">
                <a:solidFill>
                  <a:srgbClr val="FFFFFF"/>
                </a:solidFill>
                <a:latin typeface="Arial"/>
                <a:ea typeface="Arial"/>
                <a:cs typeface="Arial"/>
              </a:defRPr>
            </a:pPr>
            <a:r>
              <a:rPr sz="4350" b="1" i="0">
                <a:solidFill>
                  <a:srgbClr val="FFFFFF"/>
                </a:solidFill>
                <a:latin typeface="Arial"/>
                <a:ea typeface="Arial"/>
                <a:cs typeface="Arial"/>
              </a:rPr>
              <a:t>that count</a:t>
            </a:r>
          </a:p>
        </p:txBody>
      </p:sp>
      <p:sp>
        <p:nvSpPr>
          <p:cNvPr id="4" name="cover-subtitle">
            <a:extLst xmlns:a="http://schemas.openxmlformats.org/drawingml/2006/main">
              <a:ext uri="{FF2B5EF4-FFF2-40B4-BE49-F238E27FC236}">
                <a16:creationId xmlns:a16="http://schemas.microsoft.com/office/drawing/2014/main" id="{98FBB09F-4995-457C-A2D5-761831514B89}"/>
              </a:ext>
            </a:extLst>
          </p:cNvPr>
          <p:cNvSpPr>
            <a:spLocks xmlns:a="http://schemas.openxmlformats.org/drawingml/2006/main" noGrp="1"/>
          </p:cNvSpPr>
          <p:nvPr/>
        </p:nvSpPr>
        <p:spPr>
          <a:xfrm xmlns:a="http://schemas.openxmlformats.org/drawingml/2006/main">
            <a:off x="1066800" y="3371850"/>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i="0">
                <a:solidFill>
                  <a:srgbClr val="E1D9EF"/>
                </a:solidFill>
                <a:latin typeface="Arial"/>
                <a:ea typeface="Arial"/>
                <a:cs typeface="Arial"/>
              </a:defRPr>
            </a:defPPr>
          </a:lstStyle>
          <a:p xmlns:a="http://schemas.openxmlformats.org/drawingml/2006/main">
            <a:pPr algn="l">
              <a:defRPr sz="2100" b="0" i="0">
                <a:solidFill>
                  <a:srgbClr val="E1D9EF"/>
                </a:solidFill>
                <a:latin typeface="Arial"/>
                <a:ea typeface="Arial"/>
                <a:cs typeface="Arial"/>
              </a:defRPr>
            </a:pPr>
            <a:r>
              <a:rPr sz="2100" b="0" i="0">
                <a:solidFill>
                  <a:srgbClr val="E1D9EF"/>
                </a:solidFill>
                <a:latin typeface="Arial"/>
                <a:ea typeface="Arial"/>
                <a:cs typeface="Arial"/>
              </a:rPr>
              <a:t>Attribution, profit and responsible consent</a:t>
            </a:r>
          </a:p>
        </p:txBody>
      </p:sp>
      <p:sp>
        <p:nvSpPr>
          <p:cNvPr id="5" name="cover-divider">
            <a:extLst xmlns:a="http://schemas.openxmlformats.org/drawingml/2006/main">
              <a:ext uri="{FF2B5EF4-FFF2-40B4-BE49-F238E27FC236}">
                <a16:creationId xmlns:a16="http://schemas.microsoft.com/office/drawing/2014/main" id="{B6024DBC-B168-48EF-BD7E-59618F3D62AD}"/>
              </a:ext>
            </a:extLst>
          </p:cNvPr>
          <p:cNvSpPr>
            <a:spLocks xmlns:a="http://schemas.openxmlformats.org/drawingml/2006/main" noGrp="1"/>
          </p:cNvSpPr>
          <p:nvPr/>
        </p:nvSpPr>
        <p:spPr>
          <a:xfrm xmlns:a="http://schemas.openxmlformats.org/drawingml/2006/main">
            <a:off x="1066800" y="4362450"/>
            <a:ext cx="7239000" cy="19050"/>
          </a:xfrm>
          <a:prstGeom xmlns:a="http://schemas.openxmlformats.org/drawingml/2006/main" prst="rect">
            <a:avLst/>
          </a:prstGeom>
          <a:solidFill xmlns:a="http://schemas.openxmlformats.org/drawingml/2006/main">
            <a:srgbClr val="42445A"/>
          </a:solidFill>
          <a:ln xmlns:a="http://schemas.openxmlformats.org/drawingml/2006/main" w="0">
            <a:noFill/>
            <a:prstDash val="solid"/>
          </a:ln>
        </p:spPr>
      </p:sp>
      <p:sp>
        <p:nvSpPr>
          <p:cNvPr id="6" name="cover-proof">
            <a:extLst xmlns:a="http://schemas.openxmlformats.org/drawingml/2006/main">
              <a:ext uri="{FF2B5EF4-FFF2-40B4-BE49-F238E27FC236}">
                <a16:creationId xmlns:a16="http://schemas.microsoft.com/office/drawing/2014/main" id="{FF9E1C90-8B77-4D24-837C-93914BD2B4FC}"/>
              </a:ext>
            </a:extLst>
          </p:cNvPr>
          <p:cNvSpPr>
            <a:spLocks xmlns:a="http://schemas.openxmlformats.org/drawingml/2006/main" noGrp="1"/>
          </p:cNvSpPr>
          <p:nvPr/>
        </p:nvSpPr>
        <p:spPr>
          <a:xfrm xmlns:a="http://schemas.openxmlformats.org/drawingml/2006/main">
            <a:off x="1066800" y="4667250"/>
            <a:ext cx="962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C8C9D3"/>
                </a:solidFill>
                <a:latin typeface="Arial"/>
                <a:ea typeface="Arial"/>
                <a:cs typeface="Arial"/>
              </a:defRPr>
            </a:defPPr>
          </a:lstStyle>
          <a:p xmlns:a="http://schemas.openxmlformats.org/drawingml/2006/main">
            <a:pPr algn="l">
              <a:defRPr sz="1500" b="0" i="0">
                <a:solidFill>
                  <a:srgbClr val="C8C9D3"/>
                </a:solidFill>
                <a:latin typeface="Arial"/>
                <a:ea typeface="Arial"/>
                <a:cs typeface="Arial"/>
              </a:defRPr>
            </a:pPr>
            <a:r>
              <a:rPr sz="1500" b="0" i="0">
                <a:solidFill>
                  <a:srgbClr val="C8C9D3"/>
                </a:solidFill>
                <a:latin typeface="Arial"/>
                <a:ea typeface="Arial"/>
                <a:cs typeface="Arial"/>
              </a:rPr>
              <a:t>D2 and D3 practice data  |  Privacy page and form published</a:t>
            </a:r>
          </a:p>
        </p:txBody>
      </p:sp>
      <p:sp>
        <p:nvSpPr>
          <p:cNvPr id="7" name="cover-time">
            <a:extLst xmlns:a="http://schemas.openxmlformats.org/drawingml/2006/main">
              <a:ext uri="{FF2B5EF4-FFF2-40B4-BE49-F238E27FC236}">
                <a16:creationId xmlns:a16="http://schemas.microsoft.com/office/drawing/2014/main" id="{1ACB79A2-D296-4C10-9C7F-BDAD87F1CF4E}"/>
              </a:ext>
            </a:extLst>
          </p:cNvPr>
          <p:cNvSpPr>
            <a:spLocks xmlns:a="http://schemas.openxmlformats.org/drawingml/2006/main" noGrp="1"/>
          </p:cNvSpPr>
          <p:nvPr/>
        </p:nvSpPr>
        <p:spPr>
          <a:xfrm xmlns:a="http://schemas.openxmlformats.org/drawingml/2006/main">
            <a:off x="1066800" y="59055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E6B735"/>
                </a:solidFill>
                <a:latin typeface="Arial"/>
                <a:ea typeface="Arial"/>
                <a:cs typeface="Arial"/>
              </a:defRPr>
            </a:defPPr>
          </a:lstStyle>
          <a:p xmlns:a="http://schemas.openxmlformats.org/drawingml/2006/main">
            <a:pPr algn="l">
              <a:defRPr sz="1125" b="1" i="0">
                <a:solidFill>
                  <a:srgbClr val="E6B735"/>
                </a:solidFill>
                <a:latin typeface="Arial"/>
                <a:ea typeface="Arial"/>
                <a:cs typeface="Arial"/>
              </a:defRPr>
            </a:pPr>
            <a:r>
              <a:rPr sz="1125" b="1" i="0">
                <a:solidFill>
                  <a:srgbClr val="E6B735"/>
                </a:solidFill>
                <a:latin typeface="Arial"/>
                <a:ea typeface="Arial"/>
                <a:cs typeface="Arial"/>
              </a:rPr>
              <a:t>5 minute presentation</a:t>
            </a:r>
          </a:p>
        </p:txBody>
      </p:sp>
    </p:spTree>
    <p:extLst>
      <p:ext uri="{BB962C8B-B14F-4D97-AF65-F5344CB8AC3E}">
        <p14:creationId xmlns:p14="http://schemas.microsoft.com/office/powerpoint/2010/main" val="1699680084"/>
      </p:ext>
    </p:extLst>
  </p:cSld>
</p:sld>
</file>

<file path=ppt/slides/slide2.xml><?xml version="1.0" encoding="utf-8"?>
<p:sld xmlns:p="http://schemas.openxmlformats.org/presentationml/2006/main">
  <p:cSld>
    <p:bg>
      <p:bgPr>
        <a:solidFill xmlns:a="http://schemas.openxmlformats.org/drawingml/2006/main">
          <a:srgbClr val="F7F6FA"/>
        </a:solidFill>
      </p:bgPr>
    </p:bg>
    <p:spTree>
      <p:nvGrpSpPr>
        <p:cNvPr id="1" name=""/>
        <p:cNvGrpSpPr/>
        <p:nvPr/>
      </p:nvGrpSpPr>
      <p:grpSpPr>
        <a:xfrm xmlns:a="http://schemas.openxmlformats.org/drawingml/2006/main"/>
      </p:grpSpPr>
      <p:sp>
        <p:nvSpPr>
          <p:cNvPr id="3" name="rule-2">
            <a:extLst xmlns:a="http://schemas.openxmlformats.org/drawingml/2006/main">
              <a:ext uri="{FF2B5EF4-FFF2-40B4-BE49-F238E27FC236}">
                <a16:creationId xmlns:a16="http://schemas.microsoft.com/office/drawing/2014/main" id="{C3282695-3389-4A4C-A7FD-AC3C55035EF7}"/>
              </a:ext>
            </a:extLst>
          </p:cNvPr>
          <p:cNvSpPr>
            <a:spLocks xmlns:a="http://schemas.openxmlformats.org/drawingml/2006/main" noGrp="1"/>
          </p:cNvSpPr>
          <p:nvPr/>
        </p:nvSpPr>
        <p:spPr>
          <a:xfrm xmlns:a="http://schemas.openxmlformats.org/drawingml/2006/main">
            <a:off x="685800" y="1381125"/>
            <a:ext cx="10820400" cy="19050"/>
          </a:xfrm>
          <a:prstGeom xmlns:a="http://schemas.openxmlformats.org/drawingml/2006/main" prst="rect">
            <a:avLst/>
          </a:prstGeom>
          <a:solidFill xmlns:a="http://schemas.openxmlformats.org/drawingml/2006/main">
            <a:srgbClr val="DCDDE7"/>
          </a:solidFill>
          <a:ln xmlns:a="http://schemas.openxmlformats.org/drawingml/2006/main" w="0">
            <a:noFill/>
            <a:prstDash val="solid"/>
          </a:ln>
        </p:spPr>
      </p:sp>
      <p:sp>
        <p:nvSpPr>
          <p:cNvPr id="11" name="section-2">
            <a:extLst xmlns:a="http://schemas.openxmlformats.org/drawingml/2006/main">
              <a:ext uri="{FF2B5EF4-FFF2-40B4-BE49-F238E27FC236}">
                <a16:creationId xmlns:a16="http://schemas.microsoft.com/office/drawing/2014/main" id="{1AA67883-39CB-4F5E-9B1B-3A90CEB08594}"/>
              </a:ext>
            </a:extLst>
          </p:cNvPr>
          <p:cNvSpPr>
            <a:spLocks xmlns:a="http://schemas.openxmlformats.org/drawingml/2006/main" noGrp="1"/>
          </p:cNvSpPr>
          <p:nvPr/>
        </p:nvSpPr>
        <p:spPr>
          <a:xfrm xmlns:a="http://schemas.openxmlformats.org/drawingml/2006/main">
            <a:off x="6858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7B3FC5"/>
                </a:solidFill>
                <a:latin typeface="Arial"/>
                <a:ea typeface="Arial"/>
                <a:cs typeface="Arial"/>
              </a:defRPr>
            </a:defPPr>
          </a:lstStyle>
          <a:p xmlns:a="http://schemas.openxmlformats.org/drawingml/2006/main">
            <a:pPr algn="l">
              <a:defRPr sz="1125" b="1" i="0">
                <a:solidFill>
                  <a:srgbClr val="7B3FC5"/>
                </a:solidFill>
                <a:latin typeface="Arial"/>
                <a:ea typeface="Arial"/>
                <a:cs typeface="Arial"/>
              </a:defRPr>
            </a:pPr>
            <a:r>
              <a:rPr sz="1125" b="1" i="0">
                <a:solidFill>
                  <a:srgbClr val="7B3FC5"/>
                </a:solidFill>
                <a:latin typeface="Arial"/>
                <a:ea typeface="Arial"/>
                <a:cs typeface="Arial"/>
              </a:rPr>
              <a:t>PART D  /  ATTRIBUTION</a:t>
            </a:r>
          </a:p>
        </p:txBody>
      </p:sp>
      <p:sp>
        <p:nvSpPr>
          <p:cNvPr id="2" name="title-2">
            <a:extLst xmlns:a="http://schemas.openxmlformats.org/drawingml/2006/main">
              <a:ext uri="{FF2B5EF4-FFF2-40B4-BE49-F238E27FC236}">
                <a16:creationId xmlns:a16="http://schemas.microsoft.com/office/drawing/2014/main" id="{8FB1C988-DC21-481E-979C-051F5CC10C33}"/>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i="0">
                <a:solidFill>
                  <a:srgbClr val="11152B"/>
                </a:solidFill>
                <a:latin typeface="Arial"/>
                <a:ea typeface="Arial"/>
                <a:cs typeface="Arial"/>
              </a:defRPr>
            </a:defPPr>
          </a:lstStyle>
          <a:p xmlns:a="http://schemas.openxmlformats.org/drawingml/2006/main">
            <a:pPr algn="l">
              <a:defRPr sz="2925" b="1" i="0">
                <a:solidFill>
                  <a:srgbClr val="11152B"/>
                </a:solidFill>
                <a:latin typeface="Arial"/>
                <a:ea typeface="Arial"/>
                <a:cs typeface="Arial"/>
              </a:defRPr>
            </a:pPr>
            <a:r>
              <a:rPr sz="2925" b="1" i="0">
                <a:solidFill>
                  <a:srgbClr val="11152B"/>
                </a:solidFill>
                <a:latin typeface="Arial"/>
                <a:ea typeface="Arial"/>
                <a:cs typeface="Arial"/>
              </a:rPr>
              <a:t>Attribution changes the channel story</a:t>
            </a:r>
          </a:p>
        </p:txBody>
      </p:sp>
      <p:sp>
        <p:nvSpPr>
          <p:cNvPr id="4" name="footer-2">
            <a:extLst xmlns:a="http://schemas.openxmlformats.org/drawingml/2006/main">
              <a:ext uri="{FF2B5EF4-FFF2-40B4-BE49-F238E27FC236}">
                <a16:creationId xmlns:a16="http://schemas.microsoft.com/office/drawing/2014/main" id="{D7625069-C0EB-42F8-ACE8-72E20CD594C7}"/>
              </a:ext>
            </a:extLst>
          </p:cNvPr>
          <p:cNvSpPr>
            <a:spLocks xmlns:a="http://schemas.openxmlformats.org/drawingml/2006/main" noGrp="1"/>
          </p:cNvSpPr>
          <p:nvPr/>
        </p:nvSpPr>
        <p:spPr>
          <a:xfrm xmlns:a="http://schemas.openxmlformats.org/drawingml/2006/main">
            <a:off x="685800" y="6477000"/>
            <a:ext cx="809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D6478"/>
                </a:solidFill>
                <a:latin typeface="Arial"/>
                <a:ea typeface="Arial"/>
                <a:cs typeface="Arial"/>
              </a:defRPr>
            </a:defPPr>
          </a:lstStyle>
          <a:p xmlns:a="http://schemas.openxmlformats.org/drawingml/2006/main">
            <a:pPr algn="l">
              <a:defRPr sz="900" b="1" i="0">
                <a:solidFill>
                  <a:srgbClr val="5D6478"/>
                </a:solidFill>
                <a:latin typeface="Arial"/>
                <a:ea typeface="Arial"/>
                <a:cs typeface="Arial"/>
              </a:defRPr>
            </a:pPr>
            <a:r>
              <a:rPr sz="900" b="1" i="0">
                <a:solidFill>
                  <a:srgbClr val="5D6478"/>
                </a:solidFill>
                <a:latin typeface="Arial"/>
                <a:ea typeface="Arial"/>
                <a:cs typeface="Arial"/>
              </a:rPr>
              <a:t>DAY 4 • L4 POWER CAMPAIGN • PRACTICE DATA</a:t>
            </a:r>
          </a:p>
        </p:txBody>
      </p:sp>
      <p:sp>
        <p:nvSpPr>
          <p:cNvPr id="5" name="page-2">
            <a:extLst xmlns:a="http://schemas.openxmlformats.org/drawingml/2006/main">
              <a:ext uri="{FF2B5EF4-FFF2-40B4-BE49-F238E27FC236}">
                <a16:creationId xmlns:a16="http://schemas.microsoft.com/office/drawing/2014/main" id="{372B3629-A136-4DBC-B1BD-6EBAAFCD7F70}"/>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7B3FC5"/>
                </a:solidFill>
                <a:latin typeface="Arial"/>
                <a:ea typeface="Arial"/>
                <a:cs typeface="Arial"/>
              </a:defRPr>
            </a:defPPr>
          </a:lstStyle>
          <a:p xmlns:a="http://schemas.openxmlformats.org/drawingml/2006/main">
            <a:pPr algn="r">
              <a:defRPr sz="1050" b="1" i="0">
                <a:solidFill>
                  <a:srgbClr val="7B3FC5"/>
                </a:solidFill>
                <a:latin typeface="Arial"/>
                <a:ea typeface="Arial"/>
                <a:cs typeface="Arial"/>
              </a:defRPr>
            </a:pPr>
            <a:r>
              <a:rPr sz="1050" b="1" i="0">
                <a:solidFill>
                  <a:srgbClr val="7B3FC5"/>
                </a:solidFill>
                <a:latin typeface="Arial"/>
                <a:ea typeface="Arial"/>
                <a:cs typeface="Arial"/>
              </a:rPr>
              <a:t>02</a:t>
            </a:r>
          </a:p>
        </p:txBody>
      </p:sp>
      <p:sp>
        <p:nvSpPr>
          <p:cNvPr id="6" name="d2-total">
            <a:extLst xmlns:a="http://schemas.openxmlformats.org/drawingml/2006/main">
              <a:ext uri="{FF2B5EF4-FFF2-40B4-BE49-F238E27FC236}">
                <a16:creationId xmlns:a16="http://schemas.microsoft.com/office/drawing/2014/main" id="{181C3FDD-E6FD-462A-9EA5-D19E0B426D83}"/>
              </a:ext>
            </a:extLst>
          </p:cNvPr>
          <p:cNvSpPr>
            <a:spLocks xmlns:a="http://schemas.openxmlformats.org/drawingml/2006/main" noGrp="1"/>
          </p:cNvSpPr>
          <p:nvPr/>
        </p:nvSpPr>
        <p:spPr>
          <a:xfrm xmlns:a="http://schemas.openxmlformats.org/drawingml/2006/main">
            <a:off x="781050" y="1733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i="0">
                <a:solidFill>
                  <a:srgbClr val="7B3FC5"/>
                </a:solidFill>
                <a:latin typeface="Arial"/>
                <a:ea typeface="Arial"/>
                <a:cs typeface="Arial"/>
              </a:defRPr>
            </a:defPPr>
          </a:lstStyle>
          <a:p xmlns:a="http://schemas.openxmlformats.org/drawingml/2006/main">
            <a:pPr algn="l">
              <a:defRPr sz="3900" b="1" i="0">
                <a:solidFill>
                  <a:srgbClr val="7B3FC5"/>
                </a:solidFill>
                <a:latin typeface="Arial"/>
                <a:ea typeface="Arial"/>
                <a:cs typeface="Arial"/>
              </a:defRPr>
            </a:pPr>
            <a:r>
              <a:rPr sz="3900" b="1" i="0">
                <a:solidFill>
                  <a:srgbClr val="7B3FC5"/>
                </a:solidFill>
                <a:latin typeface="Arial"/>
                <a:ea typeface="Arial"/>
                <a:cs typeface="Arial"/>
              </a:rPr>
              <a:t>$960</a:t>
            </a:r>
          </a:p>
        </p:txBody>
      </p:sp>
      <p:sp>
        <p:nvSpPr>
          <p:cNvPr id="7" name="d2-total-label">
            <a:extLst xmlns:a="http://schemas.openxmlformats.org/drawingml/2006/main">
              <a:ext uri="{FF2B5EF4-FFF2-40B4-BE49-F238E27FC236}">
                <a16:creationId xmlns:a16="http://schemas.microsoft.com/office/drawing/2014/main" id="{21C815EF-5558-4AC7-9B47-5C43445C1659}"/>
              </a:ext>
            </a:extLst>
          </p:cNvPr>
          <p:cNvSpPr>
            <a:spLocks xmlns:a="http://schemas.openxmlformats.org/drawingml/2006/main" noGrp="1"/>
          </p:cNvSpPr>
          <p:nvPr/>
        </p:nvSpPr>
        <p:spPr>
          <a:xfrm xmlns:a="http://schemas.openxmlformats.org/drawingml/2006/main">
            <a:off x="800100" y="24574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D6478"/>
                </a:solidFill>
                <a:latin typeface="Arial"/>
                <a:ea typeface="Arial"/>
                <a:cs typeface="Arial"/>
              </a:defRPr>
            </a:defPPr>
          </a:lstStyle>
          <a:p xmlns:a="http://schemas.openxmlformats.org/drawingml/2006/main">
            <a:pPr algn="l">
              <a:defRPr sz="1500" b="0" i="0">
                <a:solidFill>
                  <a:srgbClr val="5D6478"/>
                </a:solidFill>
                <a:latin typeface="Arial"/>
                <a:ea typeface="Arial"/>
                <a:cs typeface="Arial"/>
              </a:defRPr>
            </a:pPr>
            <a:r>
              <a:rPr sz="1500" b="0" i="0">
                <a:solidFill>
                  <a:srgbClr val="5D6478"/>
                </a:solidFill>
                <a:latin typeface="Arial"/>
                <a:ea typeface="Arial"/>
                <a:cs typeface="Arial"/>
              </a:rPr>
              <a:t>revenue credited by every model</a:t>
            </a:r>
          </a:p>
        </p:txBody>
      </p:sp>
      <p:graphicFrame>
        <p:nvGraphicFramePr>
          <p:cNvPr id="8" name="Chart">
            <a:extLst xmlns:a="http://schemas.openxmlformats.org/drawingml/2006/main">
              <a:ext uri="{FF2B5EF4-FFF2-40B4-BE49-F238E27FC236}">
                <a16:creationId xmlns:a16="http://schemas.microsoft.com/office/drawing/2014/main" id="{7470B34E-A128-45B1-8095-3CD99695E0C2}"/>
              </a:ext>
            </a:extLst>
          </p:cNvPr>
          <p:cNvGraphicFramePr/>
          <p:nvPr/>
        </p:nvGraphicFramePr>
        <p:xfrm>
          <a:off xmlns:a="http://schemas.openxmlformats.org/drawingml/2006/main" x="666750" y="2952750"/>
          <a:ext xmlns:a="http://schemas.openxmlformats.org/drawingml/2006/main" cx="7143750" cy="3000375"/>
        </p:xfrm>
        <a:graphic xmlns:a="http://schemas.openxmlformats.org/drawingml/2006/main">
          <a:graphicData uri="http://schemas.openxmlformats.org/drawingml/2006/chart">
            <c:chart xmlns:r="http://schemas.openxmlformats.org/officeDocument/2006/relationships" xmlns:c="http://schemas.openxmlformats.org/drawingml/2006/chart" r:id="Rfffcfe15afd646bc"/>
          </a:graphicData>
        </a:graphic>
      </p:graphicFrame>
      <p:sp>
        <p:nvSpPr>
          <p:cNvPr id="9" name="d2-highlight">
            <a:extLst xmlns:a="http://schemas.openxmlformats.org/drawingml/2006/main">
              <a:ext uri="{FF2B5EF4-FFF2-40B4-BE49-F238E27FC236}">
                <a16:creationId xmlns:a16="http://schemas.microsoft.com/office/drawing/2014/main" id="{3F075365-AF1A-46A0-8972-583A4B66A882}"/>
              </a:ext>
            </a:extLst>
          </p:cNvPr>
          <p:cNvSpPr>
            <a:spLocks xmlns:a="http://schemas.openxmlformats.org/drawingml/2006/main" noGrp="1"/>
          </p:cNvSpPr>
          <p:nvPr/>
        </p:nvSpPr>
        <p:spPr>
          <a:xfrm xmlns:a="http://schemas.openxmlformats.org/drawingml/2006/main">
            <a:off x="8334375" y="2533650"/>
            <a:ext cx="295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i="0">
                <a:solidFill>
                  <a:srgbClr val="7B3FC5"/>
                </a:solidFill>
                <a:latin typeface="Arial"/>
                <a:ea typeface="Arial"/>
                <a:cs typeface="Arial"/>
              </a:defRPr>
            </a:defPPr>
          </a:lstStyle>
          <a:p xmlns:a="http://schemas.openxmlformats.org/drawingml/2006/main">
            <a:pPr algn="l">
              <a:defRPr sz="2250" b="1" i="0">
                <a:solidFill>
                  <a:srgbClr val="7B3FC5"/>
                </a:solidFill>
                <a:latin typeface="Arial"/>
                <a:ea typeface="Arial"/>
                <a:cs typeface="Arial"/>
              </a:defRPr>
            </a:pPr>
            <a:r>
              <a:rPr sz="2250" b="1" i="0">
                <a:solidFill>
                  <a:srgbClr val="7B3FC5"/>
                </a:solidFill>
                <a:latin typeface="Arial"/>
                <a:ea typeface="Arial"/>
                <a:cs typeface="Arial"/>
              </a:rPr>
              <a:t>Paid Social</a:t>
            </a:r>
          </a:p>
          <a:p xmlns:a="http://schemas.openxmlformats.org/drawingml/2006/main">
            <a:pPr algn="l">
              <a:defRPr sz="2250" b="1" i="0">
                <a:solidFill>
                  <a:srgbClr val="7B3FC5"/>
                </a:solidFill>
                <a:latin typeface="Arial"/>
                <a:ea typeface="Arial"/>
                <a:cs typeface="Arial"/>
              </a:defRPr>
            </a:pPr>
            <a:r>
              <a:rPr sz="2250" b="1" i="0">
                <a:solidFill>
                  <a:srgbClr val="7B3FC5"/>
                </a:solidFill>
                <a:latin typeface="Arial"/>
                <a:ea typeface="Arial"/>
                <a:cs typeface="Arial"/>
              </a:rPr>
              <a:t>$0 last click</a:t>
            </a:r>
          </a:p>
          <a:p xmlns:a="http://schemas.openxmlformats.org/drawingml/2006/main">
            <a:pPr algn="l">
              <a:defRPr sz="2250" b="1" i="0">
                <a:solidFill>
                  <a:srgbClr val="7B3FC5"/>
                </a:solidFill>
                <a:latin typeface="Arial"/>
                <a:ea typeface="Arial"/>
                <a:cs typeface="Arial"/>
              </a:defRPr>
            </a:pPr>
            <a:r>
              <a:rPr sz="2250" b="1" i="0">
                <a:solidFill>
                  <a:srgbClr val="7B3FC5"/>
                </a:solidFill>
                <a:latin typeface="Arial"/>
                <a:ea typeface="Arial"/>
                <a:cs typeface="Arial"/>
              </a:rPr>
              <a:t>$270 first click</a:t>
            </a:r>
          </a:p>
        </p:txBody>
      </p:sp>
      <p:sp>
        <p:nvSpPr>
          <p:cNvPr id="10" name="d2-caveat">
            <a:extLst xmlns:a="http://schemas.openxmlformats.org/drawingml/2006/main">
              <a:ext uri="{FF2B5EF4-FFF2-40B4-BE49-F238E27FC236}">
                <a16:creationId xmlns:a16="http://schemas.microsoft.com/office/drawing/2014/main" id="{1C4ED29F-E8E9-4673-BCA4-C67AB6D29293}"/>
              </a:ext>
            </a:extLst>
          </p:cNvPr>
          <p:cNvSpPr>
            <a:spLocks xmlns:a="http://schemas.openxmlformats.org/drawingml/2006/main" noGrp="1"/>
          </p:cNvSpPr>
          <p:nvPr/>
        </p:nvSpPr>
        <p:spPr>
          <a:xfrm xmlns:a="http://schemas.openxmlformats.org/drawingml/2006/main">
            <a:off x="8334375" y="4324350"/>
            <a:ext cx="2952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11152B"/>
                </a:solidFill>
                <a:latin typeface="Arial"/>
                <a:ea typeface="Arial"/>
                <a:cs typeface="Arial"/>
              </a:defRPr>
            </a:defPPr>
          </a:lstStyle>
          <a:p xmlns:a="http://schemas.openxmlformats.org/drawingml/2006/main">
            <a:pPr algn="l">
              <a:defRPr sz="1575" b="0" i="0">
                <a:solidFill>
                  <a:srgbClr val="11152B"/>
                </a:solidFill>
                <a:latin typeface="Arial"/>
                <a:ea typeface="Arial"/>
                <a:cs typeface="Arial"/>
              </a:defRPr>
            </a:pPr>
            <a:r>
              <a:rPr sz="1575" b="0" i="0">
                <a:solidFill>
                  <a:srgbClr val="11152B"/>
                </a:solidFill>
                <a:latin typeface="Arial"/>
                <a:ea typeface="Arial"/>
                <a:cs typeface="Arial"/>
              </a:rPr>
              <a:t>First click reveals an assist. It does not prove the channel caused the sale.</a:t>
            </a:r>
          </a:p>
        </p:txBody>
      </p:sp>
    </p:spTree>
    <p:extLst>
      <p:ext uri="{BB962C8B-B14F-4D97-AF65-F5344CB8AC3E}">
        <p14:creationId xmlns:p14="http://schemas.microsoft.com/office/powerpoint/2010/main" val="1660927336"/>
      </p:ext>
    </p:extLst>
  </p:cSld>
</p:sld>
</file>

<file path=ppt/slides/slide3.xml><?xml version="1.0" encoding="utf-8"?>
<p:sld xmlns:p="http://schemas.openxmlformats.org/presentationml/2006/main">
  <p:cSld>
    <p:bg>
      <p:bgPr>
        <a:solidFill xmlns:a="http://schemas.openxmlformats.org/drawingml/2006/main">
          <a:srgbClr val="F7F6FA"/>
        </a:solidFill>
      </p:bgPr>
    </p:bg>
    <p:spTree>
      <p:nvGrpSpPr>
        <p:cNvPr id="1" name=""/>
        <p:cNvGrpSpPr/>
        <p:nvPr/>
      </p:nvGrpSpPr>
      <p:grpSpPr>
        <a:xfrm xmlns:a="http://schemas.openxmlformats.org/drawingml/2006/main"/>
      </p:grpSpPr>
      <p:sp>
        <p:nvSpPr>
          <p:cNvPr id="3" name="rule-3">
            <a:extLst xmlns:a="http://schemas.openxmlformats.org/drawingml/2006/main">
              <a:ext uri="{FF2B5EF4-FFF2-40B4-BE49-F238E27FC236}">
                <a16:creationId xmlns:a16="http://schemas.microsoft.com/office/drawing/2014/main" id="{60C9E351-1248-4326-8BE6-D8B9E2665108}"/>
              </a:ext>
            </a:extLst>
          </p:cNvPr>
          <p:cNvSpPr>
            <a:spLocks xmlns:a="http://schemas.openxmlformats.org/drawingml/2006/main" noGrp="1"/>
          </p:cNvSpPr>
          <p:nvPr/>
        </p:nvSpPr>
        <p:spPr>
          <a:xfrm xmlns:a="http://schemas.openxmlformats.org/drawingml/2006/main">
            <a:off x="685800" y="1381125"/>
            <a:ext cx="10820400" cy="19050"/>
          </a:xfrm>
          <a:prstGeom xmlns:a="http://schemas.openxmlformats.org/drawingml/2006/main" prst="rect">
            <a:avLst/>
          </a:prstGeom>
          <a:solidFill xmlns:a="http://schemas.openxmlformats.org/drawingml/2006/main">
            <a:srgbClr val="DCDDE7"/>
          </a:solidFill>
          <a:ln xmlns:a="http://schemas.openxmlformats.org/drawingml/2006/main" w="0">
            <a:noFill/>
            <a:prstDash val="solid"/>
          </a:ln>
        </p:spPr>
      </p:sp>
      <p:sp>
        <p:nvSpPr>
          <p:cNvPr id="11" name="section-3">
            <a:extLst xmlns:a="http://schemas.openxmlformats.org/drawingml/2006/main">
              <a:ext uri="{FF2B5EF4-FFF2-40B4-BE49-F238E27FC236}">
                <a16:creationId xmlns:a16="http://schemas.microsoft.com/office/drawing/2014/main" id="{6FFE09A4-4335-4764-86EE-374C1049FD6C}"/>
              </a:ext>
            </a:extLst>
          </p:cNvPr>
          <p:cNvSpPr>
            <a:spLocks xmlns:a="http://schemas.openxmlformats.org/drawingml/2006/main" noGrp="1"/>
          </p:cNvSpPr>
          <p:nvPr/>
        </p:nvSpPr>
        <p:spPr>
          <a:xfrm xmlns:a="http://schemas.openxmlformats.org/drawingml/2006/main">
            <a:off x="6858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7B3FC5"/>
                </a:solidFill>
                <a:latin typeface="Arial"/>
                <a:ea typeface="Arial"/>
                <a:cs typeface="Arial"/>
              </a:defRPr>
            </a:defPPr>
          </a:lstStyle>
          <a:p xmlns:a="http://schemas.openxmlformats.org/drawingml/2006/main">
            <a:pPr algn="l">
              <a:defRPr sz="1125" b="1" i="0">
                <a:solidFill>
                  <a:srgbClr val="7B3FC5"/>
                </a:solidFill>
                <a:latin typeface="Arial"/>
                <a:ea typeface="Arial"/>
                <a:cs typeface="Arial"/>
              </a:defRPr>
            </a:pPr>
            <a:r>
              <a:rPr sz="1125" b="1" i="0">
                <a:solidFill>
                  <a:srgbClr val="7B3FC5"/>
                </a:solidFill>
                <a:latin typeface="Arial"/>
                <a:ea typeface="Arial"/>
                <a:cs typeface="Arial"/>
              </a:rPr>
              <a:t>PART E  /  ROAS AND MARGIN</a:t>
            </a:r>
          </a:p>
        </p:txBody>
      </p:sp>
      <p:sp>
        <p:nvSpPr>
          <p:cNvPr id="2" name="title-3">
            <a:extLst xmlns:a="http://schemas.openxmlformats.org/drawingml/2006/main">
              <a:ext uri="{FF2B5EF4-FFF2-40B4-BE49-F238E27FC236}">
                <a16:creationId xmlns:a16="http://schemas.microsoft.com/office/drawing/2014/main" id="{4933F313-A7BB-49CE-8FAC-456990429476}"/>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i="0">
                <a:solidFill>
                  <a:srgbClr val="11152B"/>
                </a:solidFill>
                <a:latin typeface="Arial"/>
                <a:ea typeface="Arial"/>
                <a:cs typeface="Arial"/>
              </a:defRPr>
            </a:defPPr>
          </a:lstStyle>
          <a:p xmlns:a="http://schemas.openxmlformats.org/drawingml/2006/main">
            <a:pPr algn="l">
              <a:defRPr sz="2925" b="1" i="0">
                <a:solidFill>
                  <a:srgbClr val="11152B"/>
                </a:solidFill>
                <a:latin typeface="Arial"/>
                <a:ea typeface="Arial"/>
                <a:cs typeface="Arial"/>
              </a:defRPr>
            </a:pPr>
            <a:r>
              <a:rPr sz="2925" b="1" i="0">
                <a:solidFill>
                  <a:srgbClr val="11152B"/>
                </a:solidFill>
                <a:latin typeface="Arial"/>
                <a:ea typeface="Arial"/>
                <a:cs typeface="Arial"/>
              </a:rPr>
              <a:t>Revenue is not the same as profit</a:t>
            </a:r>
          </a:p>
        </p:txBody>
      </p:sp>
      <p:sp>
        <p:nvSpPr>
          <p:cNvPr id="4" name="footer-3">
            <a:extLst xmlns:a="http://schemas.openxmlformats.org/drawingml/2006/main">
              <a:ext uri="{FF2B5EF4-FFF2-40B4-BE49-F238E27FC236}">
                <a16:creationId xmlns:a16="http://schemas.microsoft.com/office/drawing/2014/main" id="{ACF2E950-EF58-4BE5-8578-9B60EC5EA3E9}"/>
              </a:ext>
            </a:extLst>
          </p:cNvPr>
          <p:cNvSpPr>
            <a:spLocks xmlns:a="http://schemas.openxmlformats.org/drawingml/2006/main" noGrp="1"/>
          </p:cNvSpPr>
          <p:nvPr/>
        </p:nvSpPr>
        <p:spPr>
          <a:xfrm xmlns:a="http://schemas.openxmlformats.org/drawingml/2006/main">
            <a:off x="685800" y="6477000"/>
            <a:ext cx="809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D6478"/>
                </a:solidFill>
                <a:latin typeface="Arial"/>
                <a:ea typeface="Arial"/>
                <a:cs typeface="Arial"/>
              </a:defRPr>
            </a:defPPr>
          </a:lstStyle>
          <a:p xmlns:a="http://schemas.openxmlformats.org/drawingml/2006/main">
            <a:pPr algn="l">
              <a:defRPr sz="900" b="1" i="0">
                <a:solidFill>
                  <a:srgbClr val="5D6478"/>
                </a:solidFill>
                <a:latin typeface="Arial"/>
                <a:ea typeface="Arial"/>
                <a:cs typeface="Arial"/>
              </a:defRPr>
            </a:pPr>
            <a:r>
              <a:rPr sz="900" b="1" i="0">
                <a:solidFill>
                  <a:srgbClr val="5D6478"/>
                </a:solidFill>
                <a:latin typeface="Arial"/>
                <a:ea typeface="Arial"/>
                <a:cs typeface="Arial"/>
              </a:rPr>
              <a:t>DAY 4 • L4 POWER CAMPAIGN • PRACTICE DATA</a:t>
            </a:r>
          </a:p>
        </p:txBody>
      </p:sp>
      <p:sp>
        <p:nvSpPr>
          <p:cNvPr id="5" name="page-3">
            <a:extLst xmlns:a="http://schemas.openxmlformats.org/drawingml/2006/main">
              <a:ext uri="{FF2B5EF4-FFF2-40B4-BE49-F238E27FC236}">
                <a16:creationId xmlns:a16="http://schemas.microsoft.com/office/drawing/2014/main" id="{CD9136F9-34E8-4386-A268-804A20209F4A}"/>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7B3FC5"/>
                </a:solidFill>
                <a:latin typeface="Arial"/>
                <a:ea typeface="Arial"/>
                <a:cs typeface="Arial"/>
              </a:defRPr>
            </a:defPPr>
          </a:lstStyle>
          <a:p xmlns:a="http://schemas.openxmlformats.org/drawingml/2006/main">
            <a:pPr algn="r">
              <a:defRPr sz="1050" b="1" i="0">
                <a:solidFill>
                  <a:srgbClr val="7B3FC5"/>
                </a:solidFill>
                <a:latin typeface="Arial"/>
                <a:ea typeface="Arial"/>
                <a:cs typeface="Arial"/>
              </a:defRPr>
            </a:pPr>
            <a:r>
              <a:rPr sz="1050" b="1" i="0">
                <a:solidFill>
                  <a:srgbClr val="7B3FC5"/>
                </a:solidFill>
                <a:latin typeface="Arial"/>
                <a:ea typeface="Arial"/>
                <a:cs typeface="Arial"/>
              </a:rPr>
              <a:t>03</a:t>
            </a:r>
          </a:p>
        </p:txBody>
      </p:sp>
      <p:sp>
        <p:nvSpPr>
          <p:cNvPr id="6" name="break-even">
            <a:extLst xmlns:a="http://schemas.openxmlformats.org/drawingml/2006/main">
              <a:ext uri="{FF2B5EF4-FFF2-40B4-BE49-F238E27FC236}">
                <a16:creationId xmlns:a16="http://schemas.microsoft.com/office/drawing/2014/main" id="{5C19A1D7-93B8-4231-B565-062D7D33EEAA}"/>
              </a:ext>
            </a:extLst>
          </p:cNvPr>
          <p:cNvSpPr>
            <a:spLocks xmlns:a="http://schemas.openxmlformats.org/drawingml/2006/main" noGrp="1"/>
          </p:cNvSpPr>
          <p:nvPr/>
        </p:nvSpPr>
        <p:spPr>
          <a:xfrm xmlns:a="http://schemas.openxmlformats.org/drawingml/2006/main">
            <a:off x="742950" y="1638300"/>
            <a:ext cx="962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i="0">
                <a:solidFill>
                  <a:srgbClr val="7B3FC5"/>
                </a:solidFill>
                <a:latin typeface="Arial"/>
                <a:ea typeface="Arial"/>
                <a:cs typeface="Arial"/>
              </a:defRPr>
            </a:defPPr>
          </a:lstStyle>
          <a:p xmlns:a="http://schemas.openxmlformats.org/drawingml/2006/main">
            <a:pPr algn="l">
              <a:defRPr sz="2025" b="1" i="0">
                <a:solidFill>
                  <a:srgbClr val="7B3FC5"/>
                </a:solidFill>
                <a:latin typeface="Arial"/>
                <a:ea typeface="Arial"/>
                <a:cs typeface="Arial"/>
              </a:defRPr>
            </a:pPr>
            <a:r>
              <a:rPr sz="2025" b="1" i="0">
                <a:solidFill>
                  <a:srgbClr val="7B3FC5"/>
                </a:solidFill>
                <a:latin typeface="Arial"/>
                <a:ea typeface="Arial"/>
                <a:cs typeface="Arial"/>
              </a:rPr>
              <a:t>40% margin  =  2.5× break-even ROAS</a:t>
            </a:r>
          </a:p>
        </p:txBody>
      </p:sp>
      <p:sp>
        <p:nvSpPr>
          <p:cNvPr id="7" name="break-even-detail">
            <a:extLst xmlns:a="http://schemas.openxmlformats.org/drawingml/2006/main">
              <a:ext uri="{FF2B5EF4-FFF2-40B4-BE49-F238E27FC236}">
                <a16:creationId xmlns:a16="http://schemas.microsoft.com/office/drawing/2014/main" id="{C01063CC-4F96-4DDD-8B72-C83D9942DF01}"/>
              </a:ext>
            </a:extLst>
          </p:cNvPr>
          <p:cNvSpPr>
            <a:spLocks xmlns:a="http://schemas.openxmlformats.org/drawingml/2006/main" noGrp="1"/>
          </p:cNvSpPr>
          <p:nvPr/>
        </p:nvSpPr>
        <p:spPr>
          <a:xfrm xmlns:a="http://schemas.openxmlformats.org/drawingml/2006/main">
            <a:off x="762000" y="20955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D6478"/>
                </a:solidFill>
                <a:latin typeface="Arial"/>
                <a:ea typeface="Arial"/>
                <a:cs typeface="Arial"/>
              </a:defRPr>
            </a:defPPr>
          </a:lstStyle>
          <a:p xmlns:a="http://schemas.openxmlformats.org/drawingml/2006/main">
            <a:pPr algn="l">
              <a:defRPr sz="1425" b="0" i="0">
                <a:solidFill>
                  <a:srgbClr val="5D6478"/>
                </a:solidFill>
                <a:latin typeface="Arial"/>
                <a:ea typeface="Arial"/>
                <a:cs typeface="Arial"/>
              </a:defRPr>
            </a:pPr>
            <a:r>
              <a:rPr sz="1425" b="0" i="0">
                <a:solidFill>
                  <a:srgbClr val="5D6478"/>
                </a:solidFill>
                <a:latin typeface="Arial"/>
                <a:ea typeface="Arial"/>
                <a:cs typeface="Arial"/>
              </a:rPr>
              <a:t>A $1 sale contributes $0.40 toward ad cost before other expenses.</a:t>
            </a:r>
          </a:p>
        </p:txBody>
      </p:sp>
      <p:graphicFrame>
        <p:nvGraphicFramePr>
          <p:cNvPr id="8" name="Chart">
            <a:extLst xmlns:a="http://schemas.openxmlformats.org/drawingml/2006/main">
              <a:ext uri="{FF2B5EF4-FFF2-40B4-BE49-F238E27FC236}">
                <a16:creationId xmlns:a16="http://schemas.microsoft.com/office/drawing/2014/main" id="{B60E2B45-8795-4840-BD7C-38669529D67E}"/>
              </a:ext>
            </a:extLst>
          </p:cNvPr>
          <p:cNvGraphicFramePr/>
          <p:nvPr/>
        </p:nvGraphicFramePr>
        <p:xfrm>
          <a:off xmlns:a="http://schemas.openxmlformats.org/drawingml/2006/main" x="666750" y="2667000"/>
          <a:ext xmlns:a="http://schemas.openxmlformats.org/drawingml/2006/main" cx="7524750" cy="3124200"/>
        </p:xfrm>
        <a:graphic xmlns:a="http://schemas.openxmlformats.org/drawingml/2006/main">
          <a:graphicData uri="http://schemas.openxmlformats.org/drawingml/2006/chart">
            <c:chart xmlns:r="http://schemas.openxmlformats.org/officeDocument/2006/relationships" xmlns:c="http://schemas.openxmlformats.org/drawingml/2006/chart" r:id="R50a6b2572818451d"/>
          </a:graphicData>
        </a:graphic>
      </p:graphicFrame>
      <p:sp>
        <p:nvSpPr>
          <p:cNvPr id="9" name="decision-labels">
            <a:extLst xmlns:a="http://schemas.openxmlformats.org/drawingml/2006/main">
              <a:ext uri="{FF2B5EF4-FFF2-40B4-BE49-F238E27FC236}">
                <a16:creationId xmlns:a16="http://schemas.microsoft.com/office/drawing/2014/main" id="{DA2E31FB-02C6-4611-A40E-3BFEC003A14F}"/>
              </a:ext>
            </a:extLst>
          </p:cNvPr>
          <p:cNvSpPr>
            <a:spLocks xmlns:a="http://schemas.openxmlformats.org/drawingml/2006/main" noGrp="1"/>
          </p:cNvSpPr>
          <p:nvPr/>
        </p:nvSpPr>
        <p:spPr>
          <a:xfrm xmlns:a="http://schemas.openxmlformats.org/drawingml/2006/main">
            <a:off x="8591550" y="2705100"/>
            <a:ext cx="2857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1152B"/>
                </a:solidFill>
                <a:latin typeface="Arial"/>
                <a:ea typeface="Arial"/>
                <a:cs typeface="Arial"/>
              </a:defRPr>
            </a:defPPr>
          </a:lstStyle>
          <a:p xmlns:a="http://schemas.openxmlformats.org/drawingml/2006/main">
            <a:pPr algn="l">
              <a:defRPr sz="1575" b="1" i="0">
                <a:solidFill>
                  <a:srgbClr val="11152B"/>
                </a:solidFill>
                <a:latin typeface="Arial"/>
                <a:ea typeface="Arial"/>
                <a:cs typeface="Arial"/>
              </a:defRPr>
            </a:pPr>
            <a:r>
              <a:rPr sz="1575" b="1" i="0">
                <a:solidFill>
                  <a:srgbClr val="11152B"/>
                </a:solidFill>
                <a:latin typeface="Arial"/>
                <a:ea typeface="Arial"/>
                <a:cs typeface="Arial"/>
              </a:rPr>
              <a:t>SCALE CAREFULLY</a:t>
            </a:r>
          </a:p>
          <a:p xmlns:a="http://schemas.openxmlformats.org/drawingml/2006/main">
            <a:pPr algn="l">
              <a:defRPr sz="1575" b="1" i="0">
                <a:solidFill>
                  <a:srgbClr val="11152B"/>
                </a:solidFill>
                <a:latin typeface="Arial"/>
                <a:ea typeface="Arial"/>
                <a:cs typeface="Arial"/>
              </a:defRPr>
            </a:pPr>
            <a:r>
              <a:rPr sz="1575" b="1" i="0">
                <a:solidFill>
                  <a:srgbClr val="11152B"/>
                </a:solidFill>
                <a:latin typeface="Arial"/>
                <a:ea typeface="Arial"/>
                <a:cs typeface="Arial"/>
              </a:rPr>
              <a:t>+ $2,448 profit</a:t>
            </a:r>
          </a:p>
          <a:p xmlns:a="http://schemas.openxmlformats.org/drawingml/2006/main">
            <a:r>
              <a:t/>
            </a:r>
          </a:p>
          <a:p xmlns:a="http://schemas.openxmlformats.org/drawingml/2006/main">
            <a:pPr algn="l">
              <a:defRPr sz="1575" b="1" i="0">
                <a:solidFill>
                  <a:srgbClr val="11152B"/>
                </a:solidFill>
                <a:latin typeface="Arial"/>
                <a:ea typeface="Arial"/>
                <a:cs typeface="Arial"/>
              </a:defRPr>
            </a:pPr>
            <a:r>
              <a:rPr sz="1575" b="1" i="0">
                <a:solidFill>
                  <a:srgbClr val="11152B"/>
                </a:solidFill>
                <a:latin typeface="Arial"/>
                <a:ea typeface="Arial"/>
                <a:cs typeface="Arial"/>
              </a:rPr>
              <a:t>FIX AND RETEST</a:t>
            </a:r>
          </a:p>
          <a:p xmlns:a="http://schemas.openxmlformats.org/drawingml/2006/main">
            <a:pPr algn="l">
              <a:defRPr sz="1575" b="1" i="0">
                <a:solidFill>
                  <a:srgbClr val="11152B"/>
                </a:solidFill>
                <a:latin typeface="Arial"/>
                <a:ea typeface="Arial"/>
                <a:cs typeface="Arial"/>
              </a:defRPr>
            </a:pPr>
            <a:r>
              <a:rPr sz="1575" b="1" i="0">
                <a:solidFill>
                  <a:srgbClr val="11152B"/>
                </a:solidFill>
                <a:latin typeface="Arial"/>
                <a:ea typeface="Arial"/>
                <a:cs typeface="Arial"/>
              </a:rPr>
              <a:t>− $884 profit</a:t>
            </a:r>
          </a:p>
          <a:p xmlns:a="http://schemas.openxmlformats.org/drawingml/2006/main">
            <a:r>
              <a:t/>
            </a:r>
          </a:p>
          <a:p xmlns:a="http://schemas.openxmlformats.org/drawingml/2006/main">
            <a:pPr algn="l">
              <a:defRPr sz="1575" b="1" i="0">
                <a:solidFill>
                  <a:srgbClr val="11152B"/>
                </a:solidFill>
                <a:latin typeface="Arial"/>
                <a:ea typeface="Arial"/>
                <a:cs typeface="Arial"/>
              </a:defRPr>
            </a:pPr>
            <a:r>
              <a:rPr sz="1575" b="1" i="0">
                <a:solidFill>
                  <a:srgbClr val="11152B"/>
                </a:solidFill>
                <a:latin typeface="Arial"/>
                <a:ea typeface="Arial"/>
                <a:cs typeface="Arial"/>
              </a:rPr>
              <a:t>PAUSE AND REWORK</a:t>
            </a:r>
          </a:p>
          <a:p xmlns:a="http://schemas.openxmlformats.org/drawingml/2006/main">
            <a:pPr algn="l">
              <a:defRPr sz="1575" b="1" i="0">
                <a:solidFill>
                  <a:srgbClr val="11152B"/>
                </a:solidFill>
                <a:latin typeface="Arial"/>
                <a:ea typeface="Arial"/>
                <a:cs typeface="Arial"/>
              </a:defRPr>
            </a:pPr>
            <a:r>
              <a:rPr sz="1575" b="1" i="0">
                <a:solidFill>
                  <a:srgbClr val="11152B"/>
                </a:solidFill>
                <a:latin typeface="Arial"/>
                <a:ea typeface="Arial"/>
                <a:cs typeface="Arial"/>
              </a:rPr>
              <a:t>− $1,572 profit</a:t>
            </a:r>
          </a:p>
        </p:txBody>
      </p:sp>
      <p:sp>
        <p:nvSpPr>
          <p:cNvPr id="10" name="awareness-note">
            <a:extLst xmlns:a="http://schemas.openxmlformats.org/drawingml/2006/main">
              <a:ext uri="{FF2B5EF4-FFF2-40B4-BE49-F238E27FC236}">
                <a16:creationId xmlns:a16="http://schemas.microsoft.com/office/drawing/2014/main" id="{86D1519D-F5D5-4D2E-BB52-622E2BFC104A}"/>
              </a:ext>
            </a:extLst>
          </p:cNvPr>
          <p:cNvSpPr>
            <a:spLocks xmlns:a="http://schemas.openxmlformats.org/drawingml/2006/main" noGrp="1"/>
          </p:cNvSpPr>
          <p:nvPr/>
        </p:nvSpPr>
        <p:spPr>
          <a:xfrm xmlns:a="http://schemas.openxmlformats.org/drawingml/2006/main">
            <a:off x="762000" y="5953125"/>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D1026"/>
                </a:solidFill>
                <a:latin typeface="Arial"/>
                <a:ea typeface="Arial"/>
                <a:cs typeface="Arial"/>
              </a:defRPr>
            </a:defPPr>
          </a:lstStyle>
          <a:p xmlns:a="http://schemas.openxmlformats.org/drawingml/2006/main">
            <a:pPr algn="l">
              <a:defRPr sz="1275" b="1" i="0">
                <a:solidFill>
                  <a:srgbClr val="0D1026"/>
                </a:solidFill>
                <a:latin typeface="Arial"/>
                <a:ea typeface="Arial"/>
                <a:cs typeface="Arial"/>
              </a:defRPr>
            </a:pPr>
            <a:r>
              <a:rPr sz="1275" b="1" i="0">
                <a:solidFill>
                  <a:srgbClr val="0D1026"/>
                </a:solidFill>
                <a:latin typeface="Arial"/>
                <a:ea typeface="Arial"/>
                <a:cs typeface="Arial"/>
              </a:rPr>
              <a:t>Awareness campaigns: judge reach and brand lift, not sales ROAS.</a:t>
            </a:r>
          </a:p>
        </p:txBody>
      </p:sp>
    </p:spTree>
    <p:extLst>
      <p:ext uri="{BB962C8B-B14F-4D97-AF65-F5344CB8AC3E}">
        <p14:creationId xmlns:p14="http://schemas.microsoft.com/office/powerpoint/2010/main" val="1876438479"/>
      </p:ext>
    </p:extLst>
  </p:cSld>
</p:sld>
</file>

<file path=ppt/slides/slide4.xml><?xml version="1.0" encoding="utf-8"?>
<p:sld xmlns:p="http://schemas.openxmlformats.org/presentationml/2006/main">
  <p:cSld>
    <p:bg>
      <p:bgPr>
        <a:solidFill xmlns:a="http://schemas.openxmlformats.org/drawingml/2006/main">
          <a:srgbClr val="F7F6FA"/>
        </a:solidFill>
      </p:bgPr>
    </p:bg>
    <p:spTree>
      <p:nvGrpSpPr>
        <p:cNvPr id="1" name=""/>
        <p:cNvGrpSpPr/>
        <p:nvPr/>
      </p:nvGrpSpPr>
      <p:grpSpPr>
        <a:xfrm xmlns:a="http://schemas.openxmlformats.org/drawingml/2006/main"/>
      </p:grpSpPr>
      <p:sp>
        <p:nvSpPr>
          <p:cNvPr id="3" name="rule-4">
            <a:extLst xmlns:a="http://schemas.openxmlformats.org/drawingml/2006/main">
              <a:ext uri="{FF2B5EF4-FFF2-40B4-BE49-F238E27FC236}">
                <a16:creationId xmlns:a16="http://schemas.microsoft.com/office/drawing/2014/main" id="{C819D63E-434B-4CE0-8443-63976E5C8EA0}"/>
              </a:ext>
            </a:extLst>
          </p:cNvPr>
          <p:cNvSpPr>
            <a:spLocks xmlns:a="http://schemas.openxmlformats.org/drawingml/2006/main" noGrp="1"/>
          </p:cNvSpPr>
          <p:nvPr/>
        </p:nvSpPr>
        <p:spPr>
          <a:xfrm xmlns:a="http://schemas.openxmlformats.org/drawingml/2006/main">
            <a:off x="685800" y="1381125"/>
            <a:ext cx="10820400" cy="19050"/>
          </a:xfrm>
          <a:prstGeom xmlns:a="http://schemas.openxmlformats.org/drawingml/2006/main" prst="rect">
            <a:avLst/>
          </a:prstGeom>
          <a:solidFill xmlns:a="http://schemas.openxmlformats.org/drawingml/2006/main">
            <a:srgbClr val="DCDDE7"/>
          </a:solidFill>
          <a:ln xmlns:a="http://schemas.openxmlformats.org/drawingml/2006/main" w="0">
            <a:noFill/>
            <a:prstDash val="solid"/>
          </a:ln>
        </p:spPr>
      </p:sp>
      <p:sp>
        <p:nvSpPr>
          <p:cNvPr id="12" name="section-4">
            <a:extLst xmlns:a="http://schemas.openxmlformats.org/drawingml/2006/main">
              <a:ext uri="{FF2B5EF4-FFF2-40B4-BE49-F238E27FC236}">
                <a16:creationId xmlns:a16="http://schemas.microsoft.com/office/drawing/2014/main" id="{9B15B92A-A827-4FB7-B2A9-817E58B5D07E}"/>
              </a:ext>
            </a:extLst>
          </p:cNvPr>
          <p:cNvSpPr>
            <a:spLocks xmlns:a="http://schemas.openxmlformats.org/drawingml/2006/main" noGrp="1"/>
          </p:cNvSpPr>
          <p:nvPr/>
        </p:nvSpPr>
        <p:spPr>
          <a:xfrm xmlns:a="http://schemas.openxmlformats.org/drawingml/2006/main">
            <a:off x="685800" y="3429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7B3FC5"/>
                </a:solidFill>
                <a:latin typeface="Arial"/>
                <a:ea typeface="Arial"/>
                <a:cs typeface="Arial"/>
              </a:defRPr>
            </a:defPPr>
          </a:lstStyle>
          <a:p xmlns:a="http://schemas.openxmlformats.org/drawingml/2006/main">
            <a:pPr algn="l">
              <a:defRPr sz="1125" b="1" i="0">
                <a:solidFill>
                  <a:srgbClr val="7B3FC5"/>
                </a:solidFill>
                <a:latin typeface="Arial"/>
                <a:ea typeface="Arial"/>
                <a:cs typeface="Arial"/>
              </a:defRPr>
            </a:pPr>
            <a:r>
              <a:rPr sz="1125" b="1" i="0">
                <a:solidFill>
                  <a:srgbClr val="7B3FC5"/>
                </a:solidFill>
                <a:latin typeface="Arial"/>
                <a:ea typeface="Arial"/>
                <a:cs typeface="Arial"/>
              </a:rPr>
              <a:t>PART F  /  PRIVACY AND CONSENT</a:t>
            </a:r>
          </a:p>
        </p:txBody>
      </p:sp>
      <p:sp>
        <p:nvSpPr>
          <p:cNvPr id="2" name="title-4">
            <a:extLst xmlns:a="http://schemas.openxmlformats.org/drawingml/2006/main">
              <a:ext uri="{FF2B5EF4-FFF2-40B4-BE49-F238E27FC236}">
                <a16:creationId xmlns:a16="http://schemas.microsoft.com/office/drawing/2014/main" id="{2E9C3CD2-16BF-44EC-AAEC-74CEBF1CE640}"/>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i="0">
                <a:solidFill>
                  <a:srgbClr val="11152B"/>
                </a:solidFill>
                <a:latin typeface="Arial"/>
                <a:ea typeface="Arial"/>
                <a:cs typeface="Arial"/>
              </a:defRPr>
            </a:defPPr>
          </a:lstStyle>
          <a:p xmlns:a="http://schemas.openxmlformats.org/drawingml/2006/main">
            <a:pPr algn="l">
              <a:defRPr sz="2925" b="1" i="0">
                <a:solidFill>
                  <a:srgbClr val="11152B"/>
                </a:solidFill>
                <a:latin typeface="Arial"/>
                <a:ea typeface="Arial"/>
                <a:cs typeface="Arial"/>
              </a:defRPr>
            </a:pPr>
            <a:r>
              <a:rPr sz="2925" b="1" i="0">
                <a:solidFill>
                  <a:srgbClr val="11152B"/>
                </a:solidFill>
                <a:latin typeface="Arial"/>
                <a:ea typeface="Arial"/>
                <a:cs typeface="Arial"/>
              </a:rPr>
              <a:t>The campaign form needs clear choices</a:t>
            </a:r>
          </a:p>
        </p:txBody>
      </p:sp>
      <p:sp>
        <p:nvSpPr>
          <p:cNvPr id="4" name="footer-4">
            <a:extLst xmlns:a="http://schemas.openxmlformats.org/drawingml/2006/main">
              <a:ext uri="{FF2B5EF4-FFF2-40B4-BE49-F238E27FC236}">
                <a16:creationId xmlns:a16="http://schemas.microsoft.com/office/drawing/2014/main" id="{ED29FB5F-C766-4B00-AE3F-C3322ED717AC}"/>
              </a:ext>
            </a:extLst>
          </p:cNvPr>
          <p:cNvSpPr>
            <a:spLocks xmlns:a="http://schemas.openxmlformats.org/drawingml/2006/main" noGrp="1"/>
          </p:cNvSpPr>
          <p:nvPr/>
        </p:nvSpPr>
        <p:spPr>
          <a:xfrm xmlns:a="http://schemas.openxmlformats.org/drawingml/2006/main">
            <a:off x="685800" y="6477000"/>
            <a:ext cx="809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D6478"/>
                </a:solidFill>
                <a:latin typeface="Arial"/>
                <a:ea typeface="Arial"/>
                <a:cs typeface="Arial"/>
              </a:defRPr>
            </a:defPPr>
          </a:lstStyle>
          <a:p xmlns:a="http://schemas.openxmlformats.org/drawingml/2006/main">
            <a:pPr algn="l">
              <a:defRPr sz="900" b="1" i="0">
                <a:solidFill>
                  <a:srgbClr val="5D6478"/>
                </a:solidFill>
                <a:latin typeface="Arial"/>
                <a:ea typeface="Arial"/>
                <a:cs typeface="Arial"/>
              </a:defRPr>
            </a:pPr>
            <a:r>
              <a:rPr sz="900" b="1" i="0">
                <a:solidFill>
                  <a:srgbClr val="5D6478"/>
                </a:solidFill>
                <a:latin typeface="Arial"/>
                <a:ea typeface="Arial"/>
                <a:cs typeface="Arial"/>
              </a:rPr>
              <a:t>DAY 4 • L4 POWER CAMPAIGN • PRACTICE DATA</a:t>
            </a:r>
          </a:p>
        </p:txBody>
      </p:sp>
      <p:sp>
        <p:nvSpPr>
          <p:cNvPr id="5" name="page-4">
            <a:extLst xmlns:a="http://schemas.openxmlformats.org/drawingml/2006/main">
              <a:ext uri="{FF2B5EF4-FFF2-40B4-BE49-F238E27FC236}">
                <a16:creationId xmlns:a16="http://schemas.microsoft.com/office/drawing/2014/main" id="{8671AD5C-EE66-417A-9923-3D6E0D882BDB}"/>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7B3FC5"/>
                </a:solidFill>
                <a:latin typeface="Arial"/>
                <a:ea typeface="Arial"/>
                <a:cs typeface="Arial"/>
              </a:defRPr>
            </a:defPPr>
          </a:lstStyle>
          <a:p xmlns:a="http://schemas.openxmlformats.org/drawingml/2006/main">
            <a:pPr algn="r">
              <a:defRPr sz="1050" b="1" i="0">
                <a:solidFill>
                  <a:srgbClr val="7B3FC5"/>
                </a:solidFill>
                <a:latin typeface="Arial"/>
                <a:ea typeface="Arial"/>
                <a:cs typeface="Arial"/>
              </a:defRPr>
            </a:pPr>
            <a:r>
              <a:rPr sz="1050" b="1" i="0">
                <a:solidFill>
                  <a:srgbClr val="7B3FC5"/>
                </a:solidFill>
                <a:latin typeface="Arial"/>
                <a:ea typeface="Arial"/>
                <a:cs typeface="Arial"/>
              </a:rPr>
              <a:t>04</a:t>
            </a:r>
          </a:p>
        </p:txBody>
      </p:sp>
      <p:sp>
        <p:nvSpPr>
          <p:cNvPr id="6" name="privacy-left-head">
            <a:extLst xmlns:a="http://schemas.openxmlformats.org/drawingml/2006/main">
              <a:ext uri="{FF2B5EF4-FFF2-40B4-BE49-F238E27FC236}">
                <a16:creationId xmlns:a16="http://schemas.microsoft.com/office/drawing/2014/main" id="{BCBBD0A4-D16D-41A9-A75E-F60BB5B5B95D}"/>
              </a:ext>
            </a:extLst>
          </p:cNvPr>
          <p:cNvSpPr>
            <a:spLocks xmlns:a="http://schemas.openxmlformats.org/drawingml/2006/main" noGrp="1"/>
          </p:cNvSpPr>
          <p:nvPr/>
        </p:nvSpPr>
        <p:spPr>
          <a:xfrm xmlns:a="http://schemas.openxmlformats.org/drawingml/2006/main">
            <a:off x="781050" y="18097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7B3FC5"/>
                </a:solidFill>
                <a:latin typeface="Arial"/>
                <a:ea typeface="Arial"/>
                <a:cs typeface="Arial"/>
              </a:defRPr>
            </a:defPPr>
          </a:lstStyle>
          <a:p xmlns:a="http://schemas.openxmlformats.org/drawingml/2006/main">
            <a:pPr algn="l">
              <a:defRPr sz="1200" b="1" i="0">
                <a:solidFill>
                  <a:srgbClr val="7B3FC5"/>
                </a:solidFill>
                <a:latin typeface="Arial"/>
                <a:ea typeface="Arial"/>
                <a:cs typeface="Arial"/>
              </a:defRPr>
            </a:pPr>
            <a:r>
              <a:rPr sz="1200" b="1" i="0">
                <a:solidFill>
                  <a:srgbClr val="7B3FC5"/>
                </a:solidFill>
                <a:latin typeface="Arial"/>
                <a:ea typeface="Arial"/>
                <a:cs typeface="Arial"/>
              </a:rPr>
              <a:t>PUBLISHED</a:t>
            </a:r>
          </a:p>
        </p:txBody>
      </p:sp>
      <p:sp>
        <p:nvSpPr>
          <p:cNvPr id="7" name="privacy-left">
            <a:extLst xmlns:a="http://schemas.openxmlformats.org/drawingml/2006/main">
              <a:ext uri="{FF2B5EF4-FFF2-40B4-BE49-F238E27FC236}">
                <a16:creationId xmlns:a16="http://schemas.microsoft.com/office/drawing/2014/main" id="{7B1F90A5-B2D7-46E2-926C-5EDD59341B73}"/>
              </a:ext>
            </a:extLst>
          </p:cNvPr>
          <p:cNvSpPr>
            <a:spLocks xmlns:a="http://schemas.openxmlformats.org/drawingml/2006/main" noGrp="1"/>
          </p:cNvSpPr>
          <p:nvPr/>
        </p:nvSpPr>
        <p:spPr>
          <a:xfrm xmlns:a="http://schemas.openxmlformats.org/drawingml/2006/main">
            <a:off x="781050" y="2247900"/>
            <a:ext cx="4953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i="0">
                <a:solidFill>
                  <a:srgbClr val="11152B"/>
                </a:solidFill>
                <a:latin typeface="Arial"/>
                <a:ea typeface="Arial"/>
                <a:cs typeface="Arial"/>
              </a:defRPr>
            </a:defPPr>
          </a:lstStyle>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Privacy page</a:t>
            </a:r>
          </a:p>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English notice + Tamil summary</a:t>
            </a:r>
          </a:p>
          <a:p xmlns:a="http://schemas.openxmlformats.org/drawingml/2006/main">
            <a:r>
              <a:t/>
            </a:r>
          </a:p>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Consent form embedded</a:t>
            </a:r>
          </a:p>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Choices separate and optional</a:t>
            </a:r>
          </a:p>
          <a:p xmlns:a="http://schemas.openxmlformats.org/drawingml/2006/main">
            <a:r>
              <a:t/>
            </a:r>
          </a:p>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Retention stated: 30 days</a:t>
            </a:r>
          </a:p>
        </p:txBody>
      </p:sp>
      <p:sp>
        <p:nvSpPr>
          <p:cNvPr id="8" name="privacy-divider">
            <a:extLst xmlns:a="http://schemas.openxmlformats.org/drawingml/2006/main">
              <a:ext uri="{FF2B5EF4-FFF2-40B4-BE49-F238E27FC236}">
                <a16:creationId xmlns:a16="http://schemas.microsoft.com/office/drawing/2014/main" id="{460A4BB1-3392-4EB7-B68F-133CC1280AB5}"/>
              </a:ext>
            </a:extLst>
          </p:cNvPr>
          <p:cNvSpPr>
            <a:spLocks xmlns:a="http://schemas.openxmlformats.org/drawingml/2006/main" noGrp="1"/>
          </p:cNvSpPr>
          <p:nvPr/>
        </p:nvSpPr>
        <p:spPr>
          <a:xfrm xmlns:a="http://schemas.openxmlformats.org/drawingml/2006/main">
            <a:off x="6076950" y="1809750"/>
            <a:ext cx="19050" cy="3409950"/>
          </a:xfrm>
          <a:prstGeom xmlns:a="http://schemas.openxmlformats.org/drawingml/2006/main" prst="rect">
            <a:avLst/>
          </a:prstGeom>
          <a:solidFill xmlns:a="http://schemas.openxmlformats.org/drawingml/2006/main">
            <a:srgbClr val="DCDDE7"/>
          </a:solidFill>
          <a:ln xmlns:a="http://schemas.openxmlformats.org/drawingml/2006/main" w="0">
            <a:noFill/>
            <a:prstDash val="solid"/>
          </a:ln>
        </p:spPr>
      </p:sp>
      <p:sp>
        <p:nvSpPr>
          <p:cNvPr id="9" name="privacy-right-head">
            <a:extLst xmlns:a="http://schemas.openxmlformats.org/drawingml/2006/main">
              <a:ext uri="{FF2B5EF4-FFF2-40B4-BE49-F238E27FC236}">
                <a16:creationId xmlns:a16="http://schemas.microsoft.com/office/drawing/2014/main" id="{3F45C6B4-B00E-48CC-A247-ADAB5E4AF643}"/>
              </a:ext>
            </a:extLst>
          </p:cNvPr>
          <p:cNvSpPr>
            <a:spLocks xmlns:a="http://schemas.openxmlformats.org/drawingml/2006/main" noGrp="1"/>
          </p:cNvSpPr>
          <p:nvPr/>
        </p:nvSpPr>
        <p:spPr>
          <a:xfrm xmlns:a="http://schemas.openxmlformats.org/drawingml/2006/main">
            <a:off x="6572250" y="18097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E6B735"/>
                </a:solidFill>
                <a:latin typeface="Arial"/>
                <a:ea typeface="Arial"/>
                <a:cs typeface="Arial"/>
              </a:defRPr>
            </a:defPPr>
          </a:lstStyle>
          <a:p xmlns:a="http://schemas.openxmlformats.org/drawingml/2006/main">
            <a:pPr algn="l">
              <a:defRPr sz="1200" b="1" i="0">
                <a:solidFill>
                  <a:srgbClr val="E6B735"/>
                </a:solidFill>
                <a:latin typeface="Arial"/>
                <a:ea typeface="Arial"/>
                <a:cs typeface="Arial"/>
              </a:defRPr>
            </a:pPr>
            <a:r>
              <a:rPr sz="1200" b="1" i="0">
                <a:solidFill>
                  <a:srgbClr val="E6B735"/>
                </a:solidFill>
                <a:latin typeface="Arial"/>
                <a:ea typeface="Arial"/>
                <a:cs typeface="Arial"/>
              </a:rPr>
              <a:t>CLASSROOM DEMO</a:t>
            </a:r>
          </a:p>
        </p:txBody>
      </p:sp>
      <p:sp>
        <p:nvSpPr>
          <p:cNvPr id="10" name="privacy-right">
            <a:extLst xmlns:a="http://schemas.openxmlformats.org/drawingml/2006/main">
              <a:ext uri="{FF2B5EF4-FFF2-40B4-BE49-F238E27FC236}">
                <a16:creationId xmlns:a16="http://schemas.microsoft.com/office/drawing/2014/main" id="{AEF9D5F6-4C86-4B70-8BC5-464EDE91CD70}"/>
              </a:ext>
            </a:extLst>
          </p:cNvPr>
          <p:cNvSpPr>
            <a:spLocks xmlns:a="http://schemas.openxmlformats.org/drawingml/2006/main" noGrp="1"/>
          </p:cNvSpPr>
          <p:nvPr/>
        </p:nvSpPr>
        <p:spPr>
          <a:xfrm xmlns:a="http://schemas.openxmlformats.org/drawingml/2006/main">
            <a:off x="6572250" y="2247900"/>
            <a:ext cx="4619625"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i="0">
                <a:solidFill>
                  <a:srgbClr val="11152B"/>
                </a:solidFill>
                <a:latin typeface="Arial"/>
                <a:ea typeface="Arial"/>
                <a:cs typeface="Arial"/>
              </a:defRPr>
            </a:defPPr>
          </a:lstStyle>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No real campaign runs</a:t>
            </a:r>
          </a:p>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Use dummy information only</a:t>
            </a:r>
          </a:p>
          <a:p xmlns:a="http://schemas.openxmlformats.org/drawingml/2006/main">
            <a:r>
              <a:t/>
            </a:r>
          </a:p>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Next: independent Watcher review</a:t>
            </a:r>
          </a:p>
          <a:p xmlns:a="http://schemas.openxmlformats.org/drawingml/2006/main">
            <a:pPr algn="l">
              <a:defRPr sz="1875" b="0" i="0">
                <a:solidFill>
                  <a:srgbClr val="11152B"/>
                </a:solidFill>
                <a:latin typeface="Arial"/>
                <a:ea typeface="Arial"/>
                <a:cs typeface="Arial"/>
              </a:defRPr>
            </a:pPr>
            <a:r>
              <a:rPr sz="1875" b="0" i="0">
                <a:solidFill>
                  <a:srgbClr val="11152B"/>
                </a:solidFill>
                <a:latin typeface="Arial"/>
                <a:ea typeface="Arial"/>
                <a:cs typeface="Arial"/>
              </a:rPr>
              <a:t>Confirm withdrawal is easy</a:t>
            </a:r>
          </a:p>
        </p:txBody>
      </p:sp>
      <p:sp>
        <p:nvSpPr>
          <p:cNvPr id="11" name="privacy-url">
            <a:extLst xmlns:a="http://schemas.openxmlformats.org/drawingml/2006/main">
              <a:ext uri="{FF2B5EF4-FFF2-40B4-BE49-F238E27FC236}">
                <a16:creationId xmlns:a16="http://schemas.microsoft.com/office/drawing/2014/main" id="{DBF09914-824B-4B90-A593-08C88EFF4121}"/>
              </a:ext>
            </a:extLst>
          </p:cNvPr>
          <p:cNvSpPr>
            <a:spLocks xmlns:a="http://schemas.openxmlformats.org/drawingml/2006/main" noGrp="1"/>
          </p:cNvSpPr>
          <p:nvPr/>
        </p:nvSpPr>
        <p:spPr>
          <a:xfrm xmlns:a="http://schemas.openxmlformats.org/drawingml/2006/main">
            <a:off x="781050" y="55435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7B3FC5"/>
                </a:solidFill>
                <a:latin typeface="Arial"/>
                <a:ea typeface="Arial"/>
                <a:cs typeface="Arial"/>
              </a:defRPr>
            </a:defPPr>
          </a:lstStyle>
          <a:p xmlns:a="http://schemas.openxmlformats.org/drawingml/2006/main">
            <a:pPr algn="l">
              <a:defRPr sz="1200" b="1" i="0">
                <a:solidFill>
                  <a:srgbClr val="7B3FC5"/>
                </a:solidFill>
                <a:latin typeface="Arial"/>
                <a:ea typeface="Arial"/>
                <a:cs typeface="Arial"/>
              </a:defRPr>
            </a:pPr>
            <a:r>
              <a:rPr sz="1200" b="1" i="0">
                <a:solidFill>
                  <a:srgbClr val="7B3FC5"/>
                </a:solidFill>
                <a:latin typeface="Arial"/>
                <a:ea typeface="Arial"/>
                <a:cs typeface="Arial"/>
              </a:rPr>
              <a:t>sites.google.com/view/language-learning-campaign-stu/privacy</a:t>
            </a:r>
          </a:p>
        </p:txBody>
      </p:sp>
    </p:spTree>
    <p:extLst>
      <p:ext uri="{BB962C8B-B14F-4D97-AF65-F5344CB8AC3E}">
        <p14:creationId xmlns:p14="http://schemas.microsoft.com/office/powerpoint/2010/main" val="755008063"/>
      </p:ext>
    </p:extLst>
  </p:cSld>
</p:sld>
</file>

<file path=ppt/slides/slide5.xml><?xml version="1.0" encoding="utf-8"?>
<p:sld xmlns:p="http://schemas.openxmlformats.org/presentationml/2006/main">
  <p:cSld>
    <p:bg>
      <p:bgPr>
        <a:solidFill xmlns:a="http://schemas.openxmlformats.org/drawingml/2006/main">
          <a:srgbClr val="0D1026"/>
        </a:solidFill>
      </p:bgPr>
    </p:bg>
    <p:spTree>
      <p:nvGrpSpPr>
        <p:cNvPr id="1" name=""/>
        <p:cNvGrpSpPr/>
        <p:nvPr/>
      </p:nvGrpSpPr>
      <p:grpSpPr>
        <a:xfrm xmlns:a="http://schemas.openxmlformats.org/drawingml/2006/main"/>
      </p:grpSpPr>
      <p:sp>
        <p:nvSpPr>
          <p:cNvPr id="9" name="close-kicker">
            <a:extLst xmlns:a="http://schemas.openxmlformats.org/drawingml/2006/main">
              <a:ext uri="{FF2B5EF4-FFF2-40B4-BE49-F238E27FC236}">
                <a16:creationId xmlns:a16="http://schemas.microsoft.com/office/drawing/2014/main" id="{D63ADE9F-1FAF-4E06-8FF8-A8A3785666A0}"/>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C9A7EE"/>
                </a:solidFill>
                <a:latin typeface="Arial"/>
                <a:ea typeface="Arial"/>
                <a:cs typeface="Arial"/>
              </a:defRPr>
            </a:defPPr>
          </a:lstStyle>
          <a:p xmlns:a="http://schemas.openxmlformats.org/drawingml/2006/main">
            <a:pPr algn="l">
              <a:defRPr sz="1200" b="1" i="0">
                <a:solidFill>
                  <a:srgbClr val="C9A7EE"/>
                </a:solidFill>
                <a:latin typeface="Arial"/>
                <a:ea typeface="Arial"/>
                <a:cs typeface="Arial"/>
              </a:defRPr>
            </a:pPr>
            <a:r>
              <a:rPr sz="1200" b="1" i="0">
                <a:solidFill>
                  <a:srgbClr val="C9A7EE"/>
                </a:solidFill>
                <a:latin typeface="Arial"/>
                <a:ea typeface="Arial"/>
                <a:cs typeface="Arial"/>
              </a:rPr>
              <a:t>THE TAKEAWAY</a:t>
            </a:r>
          </a:p>
        </p:txBody>
      </p:sp>
      <p:sp>
        <p:nvSpPr>
          <p:cNvPr id="2" name="close-title">
            <a:extLst xmlns:a="http://schemas.openxmlformats.org/drawingml/2006/main">
              <a:ext uri="{FF2B5EF4-FFF2-40B4-BE49-F238E27FC236}">
                <a16:creationId xmlns:a16="http://schemas.microsoft.com/office/drawing/2014/main" id="{BF69DA2A-AB20-4D50-9D09-5A768C1B81FA}"/>
              </a:ext>
            </a:extLst>
          </p:cNvPr>
          <p:cNvSpPr>
            <a:spLocks xmlns:a="http://schemas.openxmlformats.org/drawingml/2006/main" noGrp="1"/>
          </p:cNvSpPr>
          <p:nvPr/>
        </p:nvSpPr>
        <p:spPr>
          <a:xfrm xmlns:a="http://schemas.openxmlformats.org/drawingml/2006/main">
            <a:off x="685800" y="93345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FFFFF"/>
                </a:solidFill>
                <a:latin typeface="Arial"/>
                <a:ea typeface="Arial"/>
                <a:cs typeface="Arial"/>
              </a:defRPr>
            </a:defPPr>
          </a:lstStyle>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Better campaign decisions</a:t>
            </a:r>
          </a:p>
        </p:txBody>
      </p:sp>
      <p:sp>
        <p:nvSpPr>
          <p:cNvPr id="3" name="close-rule">
            <a:extLst xmlns:a="http://schemas.openxmlformats.org/drawingml/2006/main">
              <a:ext uri="{FF2B5EF4-FFF2-40B4-BE49-F238E27FC236}">
                <a16:creationId xmlns:a16="http://schemas.microsoft.com/office/drawing/2014/main" id="{8A43B5FA-383C-4259-96BB-FBB7951C30C2}"/>
              </a:ext>
            </a:extLst>
          </p:cNvPr>
          <p:cNvSpPr>
            <a:spLocks xmlns:a="http://schemas.openxmlformats.org/drawingml/2006/main" noGrp="1"/>
          </p:cNvSpPr>
          <p:nvPr/>
        </p:nvSpPr>
        <p:spPr>
          <a:xfrm xmlns:a="http://schemas.openxmlformats.org/drawingml/2006/main">
            <a:off x="685800" y="1885950"/>
            <a:ext cx="10668000" cy="19050"/>
          </a:xfrm>
          <a:prstGeom xmlns:a="http://schemas.openxmlformats.org/drawingml/2006/main" prst="rect">
            <a:avLst/>
          </a:prstGeom>
          <a:solidFill xmlns:a="http://schemas.openxmlformats.org/drawingml/2006/main">
            <a:srgbClr val="42445A"/>
          </a:solidFill>
          <a:ln xmlns:a="http://schemas.openxmlformats.org/drawingml/2006/main" w="0">
            <a:noFill/>
            <a:prstDash val="solid"/>
          </a:ln>
        </p:spPr>
      </p:sp>
      <p:sp>
        <p:nvSpPr>
          <p:cNvPr id="4" name="close-one">
            <a:extLst xmlns:a="http://schemas.openxmlformats.org/drawingml/2006/main">
              <a:ext uri="{FF2B5EF4-FFF2-40B4-BE49-F238E27FC236}">
                <a16:creationId xmlns:a16="http://schemas.microsoft.com/office/drawing/2014/main" id="{BF57BE57-7A07-4F3D-849A-8A69308555E6}"/>
              </a:ext>
            </a:extLst>
          </p:cNvPr>
          <p:cNvSpPr>
            <a:spLocks xmlns:a="http://schemas.openxmlformats.org/drawingml/2006/main" noGrp="1"/>
          </p:cNvSpPr>
          <p:nvPr/>
        </p:nvSpPr>
        <p:spPr>
          <a:xfrm xmlns:a="http://schemas.openxmlformats.org/drawingml/2006/main">
            <a:off x="781050" y="23812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i="0">
                <a:solidFill>
                  <a:srgbClr val="FFFFFF"/>
                </a:solidFill>
                <a:latin typeface="Arial"/>
                <a:ea typeface="Arial"/>
                <a:cs typeface="Arial"/>
              </a:defRPr>
            </a:defPPr>
          </a:lstStyle>
          <a:p xmlns:a="http://schemas.openxmlformats.org/drawingml/2006/main">
            <a:pPr algn="l">
              <a:defRPr sz="2175" b="1" i="0">
                <a:solidFill>
                  <a:srgbClr val="FFFFFF"/>
                </a:solidFill>
                <a:latin typeface="Arial"/>
                <a:ea typeface="Arial"/>
                <a:cs typeface="Arial"/>
              </a:defRPr>
            </a:pPr>
            <a:r>
              <a:rPr sz="2175" b="1" i="0">
                <a:solidFill>
                  <a:srgbClr val="FFFFFF"/>
                </a:solidFill>
                <a:latin typeface="Arial"/>
                <a:ea typeface="Arial"/>
                <a:cs typeface="Arial"/>
              </a:rPr>
              <a:t>Attribution changes how credit is shared.</a:t>
            </a:r>
          </a:p>
        </p:txBody>
      </p:sp>
      <p:sp>
        <p:nvSpPr>
          <p:cNvPr id="5" name="close-two">
            <a:extLst xmlns:a="http://schemas.openxmlformats.org/drawingml/2006/main">
              <a:ext uri="{FF2B5EF4-FFF2-40B4-BE49-F238E27FC236}">
                <a16:creationId xmlns:a16="http://schemas.microsoft.com/office/drawing/2014/main" id="{10B01641-9ED0-4F25-909A-E9A6FD02316E}"/>
              </a:ext>
            </a:extLst>
          </p:cNvPr>
          <p:cNvSpPr>
            <a:spLocks xmlns:a="http://schemas.openxmlformats.org/drawingml/2006/main" noGrp="1"/>
          </p:cNvSpPr>
          <p:nvPr/>
        </p:nvSpPr>
        <p:spPr>
          <a:xfrm xmlns:a="http://schemas.openxmlformats.org/drawingml/2006/main">
            <a:off x="781050" y="32194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i="0">
                <a:solidFill>
                  <a:srgbClr val="D9C5F0"/>
                </a:solidFill>
                <a:latin typeface="Arial"/>
                <a:ea typeface="Arial"/>
                <a:cs typeface="Arial"/>
              </a:defRPr>
            </a:defPPr>
          </a:lstStyle>
          <a:p xmlns:a="http://schemas.openxmlformats.org/drawingml/2006/main">
            <a:pPr algn="l">
              <a:defRPr sz="2175" b="1" i="0">
                <a:solidFill>
                  <a:srgbClr val="D9C5F0"/>
                </a:solidFill>
                <a:latin typeface="Arial"/>
                <a:ea typeface="Arial"/>
                <a:cs typeface="Arial"/>
              </a:defRPr>
            </a:pPr>
            <a:r>
              <a:rPr sz="2175" b="1" i="0">
                <a:solidFill>
                  <a:srgbClr val="D9C5F0"/>
                </a:solidFill>
                <a:latin typeface="Arial"/>
                <a:ea typeface="Arial"/>
                <a:cs typeface="Arial"/>
              </a:rPr>
              <a:t>Margin changes whether a campaign makes money.</a:t>
            </a:r>
          </a:p>
        </p:txBody>
      </p:sp>
      <p:sp>
        <p:nvSpPr>
          <p:cNvPr id="6" name="close-three">
            <a:extLst xmlns:a="http://schemas.openxmlformats.org/drawingml/2006/main">
              <a:ext uri="{FF2B5EF4-FFF2-40B4-BE49-F238E27FC236}">
                <a16:creationId xmlns:a16="http://schemas.microsoft.com/office/drawing/2014/main" id="{2629388B-AD45-4397-8BB9-13D48781AF09}"/>
              </a:ext>
            </a:extLst>
          </p:cNvPr>
          <p:cNvSpPr>
            <a:spLocks xmlns:a="http://schemas.openxmlformats.org/drawingml/2006/main" noGrp="1"/>
          </p:cNvSpPr>
          <p:nvPr/>
        </p:nvSpPr>
        <p:spPr>
          <a:xfrm xmlns:a="http://schemas.openxmlformats.org/drawingml/2006/main">
            <a:off x="781050" y="40576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i="0">
                <a:solidFill>
                  <a:srgbClr val="E6B735"/>
                </a:solidFill>
                <a:latin typeface="Arial"/>
                <a:ea typeface="Arial"/>
                <a:cs typeface="Arial"/>
              </a:defRPr>
            </a:defPPr>
          </a:lstStyle>
          <a:p xmlns:a="http://schemas.openxmlformats.org/drawingml/2006/main">
            <a:pPr algn="l">
              <a:defRPr sz="2175" b="1" i="0">
                <a:solidFill>
                  <a:srgbClr val="E6B735"/>
                </a:solidFill>
                <a:latin typeface="Arial"/>
                <a:ea typeface="Arial"/>
                <a:cs typeface="Arial"/>
              </a:defRPr>
            </a:pPr>
            <a:r>
              <a:rPr sz="2175" b="1" i="0">
                <a:solidFill>
                  <a:srgbClr val="E6B735"/>
                </a:solidFill>
                <a:latin typeface="Arial"/>
                <a:ea typeface="Arial"/>
                <a:cs typeface="Arial"/>
              </a:rPr>
              <a:t>Clear consent protects the people behind the data.</a:t>
            </a:r>
          </a:p>
        </p:txBody>
      </p:sp>
      <p:sp>
        <p:nvSpPr>
          <p:cNvPr id="7" name="close-thanks">
            <a:extLst xmlns:a="http://schemas.openxmlformats.org/drawingml/2006/main">
              <a:ext uri="{FF2B5EF4-FFF2-40B4-BE49-F238E27FC236}">
                <a16:creationId xmlns:a16="http://schemas.microsoft.com/office/drawing/2014/main" id="{8A8B314E-C88E-437A-8F8F-50D0CB66F025}"/>
              </a:ext>
            </a:extLst>
          </p:cNvPr>
          <p:cNvSpPr>
            <a:spLocks xmlns:a="http://schemas.openxmlformats.org/drawingml/2006/main" noGrp="1"/>
          </p:cNvSpPr>
          <p:nvPr/>
        </p:nvSpPr>
        <p:spPr>
          <a:xfrm xmlns:a="http://schemas.openxmlformats.org/drawingml/2006/main">
            <a:off x="781050" y="556260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C8C9D3"/>
                </a:solidFill>
                <a:latin typeface="Arial"/>
                <a:ea typeface="Arial"/>
                <a:cs typeface="Arial"/>
              </a:defRPr>
            </a:defPPr>
          </a:lstStyle>
          <a:p xmlns:a="http://schemas.openxmlformats.org/drawingml/2006/main">
            <a:pPr algn="l">
              <a:defRPr sz="1725" b="0" i="0">
                <a:solidFill>
                  <a:srgbClr val="C8C9D3"/>
                </a:solidFill>
                <a:latin typeface="Arial"/>
                <a:ea typeface="Arial"/>
                <a:cs typeface="Arial"/>
              </a:defRPr>
            </a:pPr>
            <a:r>
              <a:rPr sz="1725" b="0" i="0">
                <a:solidFill>
                  <a:srgbClr val="C8C9D3"/>
                </a:solidFill>
                <a:latin typeface="Arial"/>
                <a:ea typeface="Arial"/>
                <a:cs typeface="Arial"/>
              </a:rPr>
              <a:t>Thank you. I’m happy to take questions.</a:t>
            </a:r>
          </a:p>
        </p:txBody>
      </p:sp>
      <p:sp>
        <p:nvSpPr>
          <p:cNvPr id="8" name="close-page">
            <a:extLst xmlns:a="http://schemas.openxmlformats.org/drawingml/2006/main">
              <a:ext uri="{FF2B5EF4-FFF2-40B4-BE49-F238E27FC236}">
                <a16:creationId xmlns:a16="http://schemas.microsoft.com/office/drawing/2014/main" id="{8F1F2D7A-18CC-4B5E-9847-A8FF007A2396}"/>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E6B735"/>
                </a:solidFill>
                <a:latin typeface="Arial"/>
                <a:ea typeface="Arial"/>
                <a:cs typeface="Arial"/>
              </a:defRPr>
            </a:defPPr>
          </a:lstStyle>
          <a:p xmlns:a="http://schemas.openxmlformats.org/drawingml/2006/main">
            <a:pPr algn="r">
              <a:defRPr sz="1050" b="1" i="0">
                <a:solidFill>
                  <a:srgbClr val="E6B735"/>
                </a:solidFill>
                <a:latin typeface="Arial"/>
                <a:ea typeface="Arial"/>
                <a:cs typeface="Arial"/>
              </a:defRPr>
            </a:pPr>
            <a:r>
              <a:rPr sz="1050" b="1" i="0">
                <a:solidFill>
                  <a:srgbClr val="E6B735"/>
                </a:solidFill>
                <a:latin typeface="Arial"/>
                <a:ea typeface="Arial"/>
                <a:cs typeface="Arial"/>
              </a:rPr>
              <a:t>05</a:t>
            </a:r>
          </a:p>
        </p:txBody>
      </p:sp>
    </p:spTree>
    <p:extLst>
      <p:ext uri="{BB962C8B-B14F-4D97-AF65-F5344CB8AC3E}">
        <p14:creationId xmlns:p14="http://schemas.microsoft.com/office/powerpoint/2010/main" val="1083869956"/>
      </p:ext>
    </p:extLst>
  </p:cSld>
</p:sld>
</file>

<file path=ppt/theme/theme1.xml><?xml version="1.0" encoding="utf-8"?>
<a:theme xmlns:a="http://schemas.openxmlformats.org/drawingml/2006/main" name="ChatGPT">
  <a:themeElements>
    <a:clrScheme name="Mission Purple">
      <a:dk1>
        <a:srgbClr val="000000"/>
      </a:dk1>
      <a:lt1>
        <a:srgbClr val="FFFFFF"/>
      </a:lt1>
      <a:dk2>
        <a:srgbClr val="0D1026"/>
      </a:dk2>
      <a:lt2>
        <a:srgbClr val="EFE6F8"/>
      </a:lt2>
      <a:accent1>
        <a:srgbClr val="7B3FC5"/>
      </a:accent1>
      <a:accent2>
        <a:srgbClr val="0D1026"/>
      </a:accent2>
      <a:accent3>
        <a:srgbClr val="E6B735"/>
      </a:accent3>
      <a:accent4>
        <a:srgbClr val="16866B"/>
      </a:accent4>
      <a:accent5>
        <a:srgbClr val="9B65D8"/>
      </a:accent5>
      <a:accent6>
        <a:srgbClr val="C74D55"/>
      </a:accent6>
      <a:hlink>
        <a:srgbClr val="7B3FC5"/>
      </a:hlink>
      <a:folHlink>
        <a:srgbClr val="9B65D8"/>
      </a:folHlink>
    </a:clrScheme>
    <a:fontScheme name="">
      <a:majorFont>
        <a:latin typeface="Aptos"/>
        <a:ea typeface=""/>
        <a:cs typeface=""/>
      </a:majorFont>
      <a:minorFont>
        <a:latin typeface="Aptos"/>
        <a:ea typeface=""/>
        <a:cs typeface=""/>
      </a:minorFont>
    </a:fontScheme>
    <a:fmtScheme name="Mission Purpl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2026-10-11T10:30:20.0660000Z</dcterms:created>
  <dcterms:modified xsi:type="dcterms:W3CDTF">2026-10-11T10:30:20.0660000Z</dcterms:modified>
</coreProperties>
</file>