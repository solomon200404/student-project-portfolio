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c7518c38f7c472a" /><Relationship Type="http://schemas.openxmlformats.org/officeDocument/2006/relationships/extended-properties" Target="/docProps/app.xml" Id="R94550e69a2e14ae6" /><Relationship Type="http://schemas.openxmlformats.org/officeDocument/2006/relationships/officeDocument" Target="/ppt/presentation.xml" Id="Rf49b947cdaad465d" /></Relationships>
</file>

<file path=ppt/presentation.xml><?xml version="1.0" encoding="utf-8"?>
<p:presentation xmlns:p="http://schemas.openxmlformats.org/presentationml/2006/main">
  <p:sldMasterIdLst>
    <p:sldMasterId xmlns:r="http://schemas.openxmlformats.org/officeDocument/2006/relationships" id="2147483648" r:id="Rd8ad7e98bd394c8a"/>
  </p:sldMasterIdLst>
  <p:notesMasterIdLst>
    <p:notesMasterId xmlns:r="http://schemas.openxmlformats.org/officeDocument/2006/relationships" r:id="R418a16157b664cf1"/>
  </p:notesMasterIdLst>
  <p:sldIdLst>
    <p:sldId xmlns:r="http://schemas.openxmlformats.org/officeDocument/2006/relationships" id="256" r:id="R581e2591d2ba4bd8"/>
    <p:sldId xmlns:r="http://schemas.openxmlformats.org/officeDocument/2006/relationships" id="257" r:id="R84b085b5686341c0"/>
    <p:sldId xmlns:r="http://schemas.openxmlformats.org/officeDocument/2006/relationships" id="258" r:id="Re515464243724ef9"/>
    <p:sldId xmlns:r="http://schemas.openxmlformats.org/officeDocument/2006/relationships" id="259" r:id="Rc6572dbaecbd492d"/>
    <p:sldId xmlns:r="http://schemas.openxmlformats.org/officeDocument/2006/relationships" id="260" r:id="R9d26647747794aaf"/>
    <p:sldId xmlns:r="http://schemas.openxmlformats.org/officeDocument/2006/relationships" id="261" r:id="Re5a46e00b6be4690"/>
    <p:sldId xmlns:r="http://schemas.openxmlformats.org/officeDocument/2006/relationships" id="262" r:id="R7893bae4f2b042aa"/>
    <p:sldId xmlns:r="http://schemas.openxmlformats.org/officeDocument/2006/relationships" id="263" r:id="Rdaa9635521d34a6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cbb695164814b2f" /><Relationship Type="http://schemas.openxmlformats.org/officeDocument/2006/relationships/slideMaster" Target="/ppt/slideMasters/slideMaster1.xml" Id="Rd8ad7e98bd394c8a" /><Relationship Type="http://schemas.openxmlformats.org/officeDocument/2006/relationships/notesMaster" Target="/ppt/notesMasters/notesMaster1.xml" Id="R418a16157b664cf1" /><Relationship Type="http://schemas.openxmlformats.org/officeDocument/2006/relationships/presProps" Target="/ppt/presProps.xml" Id="R2ba4409e18724385" /><Relationship Type="http://schemas.openxmlformats.org/officeDocument/2006/relationships/tableStyles" Target="/ppt/tableStyles.xml" Id="R30c23b2ebfda44da" /><Relationship Type="http://schemas.openxmlformats.org/officeDocument/2006/relationships/slide" Target="/ppt/slides/slide1.xml" Id="R581e2591d2ba4bd8" /><Relationship Type="http://schemas.openxmlformats.org/officeDocument/2006/relationships/slide" Target="/ppt/slides/slide2.xml" Id="R84b085b5686341c0" /><Relationship Type="http://schemas.openxmlformats.org/officeDocument/2006/relationships/slide" Target="/ppt/slides/slide3.xml" Id="Re515464243724ef9" /><Relationship Type="http://schemas.openxmlformats.org/officeDocument/2006/relationships/slide" Target="/ppt/slides/slide4.xml" Id="Rc6572dbaecbd492d" /><Relationship Type="http://schemas.openxmlformats.org/officeDocument/2006/relationships/slide" Target="/ppt/slides/slide5.xml" Id="R9d26647747794aaf" /><Relationship Type="http://schemas.openxmlformats.org/officeDocument/2006/relationships/slide" Target="/ppt/slides/slide6.xml" Id="Re5a46e00b6be4690" /><Relationship Type="http://schemas.openxmlformats.org/officeDocument/2006/relationships/slide" Target="/ppt/slides/slide7.xml" Id="R7893bae4f2b042aa" /><Relationship Type="http://schemas.openxmlformats.org/officeDocument/2006/relationships/slide" Target="/ppt/slides/slide8.xml" Id="Rdaa9635521d34a6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357356cd46c4ba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ef3a5c162854c4d" /><Relationship Type="http://schemas.openxmlformats.org/officeDocument/2006/relationships/notesMaster" Target="/ppt/notesMasters/notesMaster1.xml" Id="Rd0ff39e224224f10" /></Relationships>
</file>

<file path=ppt/notesSlides/_rels/notesSlide2.xml.rels>&#65279;<?xml version="1.0" encoding="utf-8"?><Relationships xmlns="http://schemas.openxmlformats.org/package/2006/relationships"><Relationship Type="http://schemas.openxmlformats.org/officeDocument/2006/relationships/slide" Target="/ppt/slides/slide2.xml" Id="R835704b1081a4e51" /><Relationship Type="http://schemas.openxmlformats.org/officeDocument/2006/relationships/notesMaster" Target="/ppt/notesMasters/notesMaster1.xml" Id="Rc53aee1c27944f98" /></Relationships>
</file>

<file path=ppt/notesSlides/_rels/notesSlide3.xml.rels>&#65279;<?xml version="1.0" encoding="utf-8"?><Relationships xmlns="http://schemas.openxmlformats.org/package/2006/relationships"><Relationship Type="http://schemas.openxmlformats.org/officeDocument/2006/relationships/slide" Target="/ppt/slides/slide3.xml" Id="R1c31c6fb556b4af6" /><Relationship Type="http://schemas.openxmlformats.org/officeDocument/2006/relationships/notesMaster" Target="/ppt/notesMasters/notesMaster1.xml" Id="R47c9ca2c98fb444a" /></Relationships>
</file>

<file path=ppt/notesSlides/_rels/notesSlide4.xml.rels>&#65279;<?xml version="1.0" encoding="utf-8"?><Relationships xmlns="http://schemas.openxmlformats.org/package/2006/relationships"><Relationship Type="http://schemas.openxmlformats.org/officeDocument/2006/relationships/slide" Target="/ppt/slides/slide4.xml" Id="Rfaca2680e5064f0e" /><Relationship Type="http://schemas.openxmlformats.org/officeDocument/2006/relationships/notesMaster" Target="/ppt/notesMasters/notesMaster1.xml" Id="Rc50c7b06d18f4834" /></Relationships>
</file>

<file path=ppt/notesSlides/_rels/notesSlide5.xml.rels>&#65279;<?xml version="1.0" encoding="utf-8"?><Relationships xmlns="http://schemas.openxmlformats.org/package/2006/relationships"><Relationship Type="http://schemas.openxmlformats.org/officeDocument/2006/relationships/slide" Target="/ppt/slides/slide5.xml" Id="R64e02d59bf5c41a2" /><Relationship Type="http://schemas.openxmlformats.org/officeDocument/2006/relationships/notesMaster" Target="/ppt/notesMasters/notesMaster1.xml" Id="R9d24181440bb4d8d" /></Relationships>
</file>

<file path=ppt/notesSlides/_rels/notesSlide6.xml.rels>&#65279;<?xml version="1.0" encoding="utf-8"?><Relationships xmlns="http://schemas.openxmlformats.org/package/2006/relationships"><Relationship Type="http://schemas.openxmlformats.org/officeDocument/2006/relationships/slide" Target="/ppt/slides/slide6.xml" Id="Rfe20f8e8471d4b29" /><Relationship Type="http://schemas.openxmlformats.org/officeDocument/2006/relationships/notesMaster" Target="/ppt/notesMasters/notesMaster1.xml" Id="Rb69d3f4c396f458d" /></Relationships>
</file>

<file path=ppt/notesSlides/_rels/notesSlide7.xml.rels>&#65279;<?xml version="1.0" encoding="utf-8"?><Relationships xmlns="http://schemas.openxmlformats.org/package/2006/relationships"><Relationship Type="http://schemas.openxmlformats.org/officeDocument/2006/relationships/slide" Target="/ppt/slides/slide7.xml" Id="Re54c207ac0d945b0" /><Relationship Type="http://schemas.openxmlformats.org/officeDocument/2006/relationships/notesMaster" Target="/ppt/notesMasters/notesMaster1.xml" Id="Rb57f250bb6fb4d73" /></Relationships>
</file>

<file path=ppt/notesSlides/_rels/notesSlide8.xml.rels>&#65279;<?xml version="1.0" encoding="utf-8"?><Relationships xmlns="http://schemas.openxmlformats.org/package/2006/relationships"><Relationship Type="http://schemas.openxmlformats.org/officeDocument/2006/relationships/slide" Target="/ppt/slides/slide8.xml" Id="Reea65554b81b43c4" /><Relationship Type="http://schemas.openxmlformats.org/officeDocument/2006/relationships/notesMaster" Target="/ppt/notesMasters/notesMaster1.xml" Id="R2b0f08daf9964ee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will start with RFM. Recency tells us how recently a customer ordered. Frequency is how often they purchased, and monetary value is how much they spent. We scored each measure from one to three, then grouped customers. This is practice data from 400 customers, so it shows the method rather than results from a live brand.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Champions are the highest value group in this practice dataset. There are 57 Champions, with about 1,335 dollars revenue per customer. At risk customers also have meaningful value, so they may need a win-back message. I would invest first in retaining Champions, then test a separate win-back offer for At risk customers. These are sample figures, not a company forecast.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proposed automation starts when someone joins the Doomsday waitlist. They receive a welcome email explaining what they will get and how to unsubscribe. After one day, we check whether they clicked. Clickers receive the next step, while non-clickers receive a reminder. We would stop messages if someone unsubscribes or completes the goal.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click branch personalizes the follow-up without needing complex AI. The main measure is the share of subscribers who click the next-step email. We should also watch unsubscribes and complaints as safety checks. The workflow remains a plan: Brevo has an empty inactive draft, and we have not built or activated this full journey.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compared logistic regression with a decision tree on a separate test set of 360 records. Logistic regression achieved an AUC of 0.891 and 84.7 percent accuracy. Its precision was 71.4 percent, while recall was 46.1 percent. The tree performed worse on all four reported measures. These results come from a scikit-learn practice run, not Orange.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three strongest logistic-regression features were tenure, days since last login, and sessions in the last 30 days. They are predictive signals, not proof of why a customer leaves. I would rank customers by risk, test an appropriate retention offer against a holdout group, and compare incremental retained margin with campaign cost. We cannot calculate dollar expected value yet because those business costs and margins are missing.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Personalisation means adapting a message or recommendation to what a customer has shown interest in. A simple rule could recommend an accessory related to a recent purchase, using first-party activity the customer expects us to use. We do not need artificial intelligence for every useful recommendation. The message should explain why the item appears and let the customer control preferences.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can test the recommendation with a randomized A/B test. The control group sees the normal page, and the test group sees the related-product suggestion. Compare conversion or revenue per eligible customer. Also check complaints and opt-outs. The boundary is clear: do not use sensitive traits, hidden tracking, or unrelated personal information. If customers find the reason uncomfortable, revise the experience.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1fc38f38258483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cb0ca8b57a6412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3f25d6f0dab4ff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3874112c4a0417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286c2f19430450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f2312db5b15473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167E80E-0E05-4FD1-83E0-BA105E814BE2}"/>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760F3B8D-29C6-45A1-AD84-420F072946E2}"/>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6F7566AA-C360-4C9E-AE4B-70FED7EBF4D2}"/>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4992239-10BD-49FA-9769-47519BB97E5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7864EB44-AA3B-4167-9B6F-77D3EC63DA25}"/>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C67495BC-9555-4AF7-81BC-B27128F0923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6541DD7-112A-4CEE-8E5D-88592015F15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174A5996-BCBB-4806-9F24-381902ADE5F7}"/>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A8CF1FD-272F-4ED6-BEDD-E56168E2445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D9F2FDB-579A-46AE-B7CF-291EA2CD28D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9ed16f0953148cd" /><Relationship Type="http://schemas.openxmlformats.org/officeDocument/2006/relationships/slideLayout" Target="/ppt/slideLayouts/slideLayout1.xml" Id="R458f8c51310f425a" /><Relationship Type="http://schemas.openxmlformats.org/officeDocument/2006/relationships/slideLayout" Target="/ppt/slideLayouts/slideLayout2.xml" Id="Rf179047106dc4bc4" /><Relationship Type="http://schemas.openxmlformats.org/officeDocument/2006/relationships/slideLayout" Target="/ppt/slideLayouts/slideLayout3.xml" Id="Rb6ffac8508534b12" /><Relationship Type="http://schemas.openxmlformats.org/officeDocument/2006/relationships/slideLayout" Target="/ppt/slideLayouts/slideLayout4.xml" Id="Rbce3b7ad80de4954" /><Relationship Type="http://schemas.openxmlformats.org/officeDocument/2006/relationships/slideLayout" Target="/ppt/slideLayouts/slideLayout5.xml" Id="R5103acfa1e0b4afd" /><Relationship Type="http://schemas.openxmlformats.org/officeDocument/2006/relationships/slideLayout" Target="/ppt/slideLayouts/slideLayout6.xml" Id="R289434387c6f4b7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58f8c51310f425a"/>
    <p:sldLayoutId xmlns:r="http://schemas.openxmlformats.org/officeDocument/2006/relationships" id="2147483650" r:id="Rf179047106dc4bc4"/>
    <p:sldLayoutId xmlns:r="http://schemas.openxmlformats.org/officeDocument/2006/relationships" id="2147483651" r:id="Rb6ffac8508534b12"/>
    <p:sldLayoutId xmlns:r="http://schemas.openxmlformats.org/officeDocument/2006/relationships" id="2147483652" r:id="Rbce3b7ad80de4954"/>
    <p:sldLayoutId xmlns:r="http://schemas.openxmlformats.org/officeDocument/2006/relationships" id="2147483653" r:id="R5103acfa1e0b4afd"/>
    <p:sldLayoutId xmlns:r="http://schemas.openxmlformats.org/officeDocument/2006/relationships" id="2147483654" r:id="R289434387c6f4b7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d7c6323ca1bd4453" /><Relationship Type="http://schemas.openxmlformats.org/officeDocument/2006/relationships/notesSlide" Target="/ppt/notesSlides/notesSlide1.xml" Id="R6b1788ca5124442b"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8950f40f8a084cfe" /><Relationship Type="http://schemas.openxmlformats.org/officeDocument/2006/relationships/notesSlide" Target="/ppt/notesSlides/notesSlide2.xml" Id="Rdd783c38ae9241f6"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ed277c0301f94909" /><Relationship Type="http://schemas.openxmlformats.org/officeDocument/2006/relationships/notesSlide" Target="/ppt/notesSlides/notesSlide3.xml" Id="R1513c7f02a8d4122"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483365572e374ee7" /><Relationship Type="http://schemas.openxmlformats.org/officeDocument/2006/relationships/notesSlide" Target="/ppt/notesSlides/notesSlide4.xml" Id="R9a689db6f8c54042"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2e2d8fdce7654ffe" /><Relationship Type="http://schemas.openxmlformats.org/officeDocument/2006/relationships/notesSlide" Target="/ppt/notesSlides/notesSlide5.xml" Id="R8e26ab015ccc4f86"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269dbbd53f944b96" /><Relationship Type="http://schemas.openxmlformats.org/officeDocument/2006/relationships/notesSlide" Target="/ppt/notesSlides/notesSlide6.xml" Id="Rff1870c5c5f24f90"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1d2ab36ee6704c7e" /><Relationship Type="http://schemas.openxmlformats.org/officeDocument/2006/relationships/notesSlide" Target="/ppt/notesSlides/notesSlide7.xml" Id="R014cea773d644e3a"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3f79d76353c34c35" /><Relationship Type="http://schemas.openxmlformats.org/officeDocument/2006/relationships/notesSlide" Target="/ppt/notesSlides/notesSlide8.xml" Id="R910b7f7c407144e7" /></Relationships>
</file>

<file path=ppt/slides/slide1.xml><?xml version="1.0" encoding="utf-8"?>
<p:sld xmlns:p="http://schemas.openxmlformats.org/presentationml/2006/main">
  <p:cSld>
    <p:bg>
      <p:bgPr>
        <a:solidFill xmlns:a="http://schemas.openxmlformats.org/drawingml/2006/main">
          <a:srgbClr val="F7F7FB"/>
        </a:solidFill>
      </p:bgPr>
    </p:bg>
    <p:spTree>
      <p:nvGrpSpPr>
        <p:cNvPr id="1" name=""/>
        <p:cNvGrpSpPr/>
        <p:nvPr/>
      </p:nvGrpSpPr>
      <p:grpSpPr>
        <a:xfrm xmlns:a="http://schemas.openxmlformats.org/drawingml/2006/main"/>
      </p:grpSpPr>
      <p:sp>
        <p:nvSpPr>
          <p:cNvPr id="21" name="accent-rule">
            <a:extLst xmlns:a="http://schemas.openxmlformats.org/drawingml/2006/main">
              <a:ext uri="{FF2B5EF4-FFF2-40B4-BE49-F238E27FC236}">
                <a16:creationId xmlns:a16="http://schemas.microsoft.com/office/drawing/2014/main" id="{CF505486-FD4A-415D-AB0D-88CBA1C50930}"/>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713BCC"/>
          </a:solidFill>
          <a:ln xmlns:a="http://schemas.openxmlformats.org/drawingml/2006/main" w="0">
            <a:noFill/>
            <a:prstDash val="solid"/>
          </a:ln>
        </p:spPr>
      </p:sp>
      <p:sp>
        <p:nvSpPr>
          <p:cNvPr id="2" name="presenter-label">
            <a:extLst xmlns:a="http://schemas.openxmlformats.org/drawingml/2006/main">
              <a:ext uri="{FF2B5EF4-FFF2-40B4-BE49-F238E27FC236}">
                <a16:creationId xmlns:a16="http://schemas.microsoft.com/office/drawing/2014/main" id="{7C4B7C16-8C2B-4475-9178-91E8286C2E81}"/>
              </a:ext>
            </a:extLst>
          </p:cNvPr>
          <p:cNvSpPr>
            <a:spLocks xmlns:a="http://schemas.openxmlformats.org/drawingml/2006/main" noGrp="1"/>
          </p:cNvSpPr>
          <p:nvPr/>
        </p:nvSpPr>
        <p:spPr>
          <a:xfrm xmlns:a="http://schemas.openxmlformats.org/drawingml/2006/main">
            <a:off x="666750" y="342900"/>
            <a:ext cx="857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defRPr sz="1200" b="1">
                <a:solidFill>
                  <a:srgbClr val="713BCC"/>
                </a:solidFill>
                <a:latin typeface="Arial"/>
                <a:ea typeface="Arial"/>
                <a:cs typeface="Arial"/>
              </a:defRPr>
            </a:defPPr>
            <a:lvl1pPr>
              <a:defRPr sz="1200" b="1">
                <a:solidFill>
                  <a:srgbClr val="713BCC"/>
                </a:solidFill>
                <a:latin typeface="Arial"/>
                <a:ea typeface="Arial"/>
                <a:cs typeface="Arial"/>
              </a:defRPr>
            </a:lvl1pPr>
            <a:lvl2pPr>
              <a:defRPr sz="1200" b="1">
                <a:solidFill>
                  <a:srgbClr val="713BCC"/>
                </a:solidFill>
                <a:latin typeface="Arial"/>
                <a:ea typeface="Arial"/>
                <a:cs typeface="Arial"/>
              </a:defRPr>
            </a:lvl2pPr>
            <a:lvl3pPr>
              <a:defRPr sz="1200" b="1">
                <a:solidFill>
                  <a:srgbClr val="713BCC"/>
                </a:solidFill>
                <a:latin typeface="Arial"/>
                <a:ea typeface="Arial"/>
                <a:cs typeface="Arial"/>
              </a:defRPr>
            </a:lvl3pPr>
            <a:lvl4pPr>
              <a:defRPr sz="1200" b="1">
                <a:solidFill>
                  <a:srgbClr val="713BCC"/>
                </a:solidFill>
                <a:latin typeface="Arial"/>
                <a:ea typeface="Arial"/>
                <a:cs typeface="Arial"/>
              </a:defRPr>
            </a:lvl4pPr>
            <a:lvl5pPr>
              <a:defRPr sz="1200" b="1">
                <a:solidFill>
                  <a:srgbClr val="713BCC"/>
                </a:solidFill>
                <a:latin typeface="Arial"/>
                <a:ea typeface="Arial"/>
                <a:cs typeface="Arial"/>
              </a:defRPr>
            </a:lvl5pPr>
            <a:lvl6pPr>
              <a:defRPr sz="1200" b="1">
                <a:solidFill>
                  <a:srgbClr val="713BCC"/>
                </a:solidFill>
                <a:latin typeface="Arial"/>
                <a:ea typeface="Arial"/>
                <a:cs typeface="Arial"/>
              </a:defRPr>
            </a:lvl6pPr>
            <a:lvl7pPr>
              <a:defRPr sz="1200" b="1">
                <a:solidFill>
                  <a:srgbClr val="713BCC"/>
                </a:solidFill>
                <a:latin typeface="Arial"/>
                <a:ea typeface="Arial"/>
                <a:cs typeface="Arial"/>
              </a:defRPr>
            </a:lvl7pPr>
            <a:lvl8pPr>
              <a:defRPr sz="1200" b="1">
                <a:solidFill>
                  <a:srgbClr val="713BCC"/>
                </a:solidFill>
                <a:latin typeface="Arial"/>
                <a:ea typeface="Arial"/>
                <a:cs typeface="Arial"/>
              </a:defRPr>
            </a:lvl8pPr>
            <a:lvl9pPr>
              <a:defRPr sz="1200" b="1">
                <a:solidFill>
                  <a:srgbClr val="713BCC"/>
                </a:solidFill>
                <a:latin typeface="Arial"/>
                <a:ea typeface="Arial"/>
                <a:cs typeface="Arial"/>
              </a:defRPr>
            </a:lvl9pPr>
          </a:lstStyle>
          <a:p xmlns:a="http://schemas.openxmlformats.org/drawingml/2006/main">
            <a:pPr>
              <a:defRPr sz="1200" b="1">
                <a:solidFill>
                  <a:srgbClr val="713BCC"/>
                </a:solidFill>
                <a:latin typeface="Arial"/>
                <a:ea typeface="Arial"/>
                <a:cs typeface="Arial"/>
              </a:defRPr>
            </a:pPr>
            <a:r>
              <a:rPr sz="1200" b="1">
                <a:solidFill>
                  <a:srgbClr val="713BCC"/>
                </a:solidFill>
                <a:latin typeface="Arial"/>
                <a:ea typeface="Arial"/>
                <a:cs typeface="Arial"/>
              </a:rPr>
              <a:t>JOCHEBED  /  CUSTOMER SEGMENTATION</a:t>
            </a:r>
          </a:p>
        </p:txBody>
      </p:sp>
      <p:sp>
        <p:nvSpPr>
          <p:cNvPr id="3" name="slide-title">
            <a:extLst xmlns:a="http://schemas.openxmlformats.org/drawingml/2006/main">
              <a:ext uri="{FF2B5EF4-FFF2-40B4-BE49-F238E27FC236}">
                <a16:creationId xmlns:a16="http://schemas.microsoft.com/office/drawing/2014/main" id="{55809338-ADE6-49AC-BF15-589C12BDF74E}"/>
              </a:ext>
            </a:extLst>
          </p:cNvPr>
          <p:cNvSpPr>
            <a:spLocks xmlns:a="http://schemas.openxmlformats.org/drawingml/2006/main" noGrp="1"/>
          </p:cNvSpPr>
          <p:nvPr/>
        </p:nvSpPr>
        <p:spPr>
          <a:xfrm xmlns:a="http://schemas.openxmlformats.org/drawingml/2006/main">
            <a:off x="666750" y="790575"/>
            <a:ext cx="10858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defRPr sz="3150" b="1">
                <a:solidFill>
                  <a:srgbClr val="10152B"/>
                </a:solidFill>
                <a:latin typeface="Arial"/>
                <a:ea typeface="Arial"/>
                <a:cs typeface="Arial"/>
              </a:defRPr>
            </a:defPPr>
            <a:lvl1pPr>
              <a:defRPr sz="3150" b="1">
                <a:solidFill>
                  <a:srgbClr val="10152B"/>
                </a:solidFill>
                <a:latin typeface="Arial"/>
                <a:ea typeface="Arial"/>
                <a:cs typeface="Arial"/>
              </a:defRPr>
            </a:lvl1pPr>
            <a:lvl2pPr>
              <a:defRPr sz="3150" b="1">
                <a:solidFill>
                  <a:srgbClr val="10152B"/>
                </a:solidFill>
                <a:latin typeface="Arial"/>
                <a:ea typeface="Arial"/>
                <a:cs typeface="Arial"/>
              </a:defRPr>
            </a:lvl2pPr>
            <a:lvl3pPr>
              <a:defRPr sz="3150" b="1">
                <a:solidFill>
                  <a:srgbClr val="10152B"/>
                </a:solidFill>
                <a:latin typeface="Arial"/>
                <a:ea typeface="Arial"/>
                <a:cs typeface="Arial"/>
              </a:defRPr>
            </a:lvl3pPr>
            <a:lvl4pPr>
              <a:defRPr sz="3150" b="1">
                <a:solidFill>
                  <a:srgbClr val="10152B"/>
                </a:solidFill>
                <a:latin typeface="Arial"/>
                <a:ea typeface="Arial"/>
                <a:cs typeface="Arial"/>
              </a:defRPr>
            </a:lvl4pPr>
            <a:lvl5pPr>
              <a:defRPr sz="3150" b="1">
                <a:solidFill>
                  <a:srgbClr val="10152B"/>
                </a:solidFill>
                <a:latin typeface="Arial"/>
                <a:ea typeface="Arial"/>
                <a:cs typeface="Arial"/>
              </a:defRPr>
            </a:lvl5pPr>
            <a:lvl6pPr>
              <a:defRPr sz="3150" b="1">
                <a:solidFill>
                  <a:srgbClr val="10152B"/>
                </a:solidFill>
                <a:latin typeface="Arial"/>
                <a:ea typeface="Arial"/>
                <a:cs typeface="Arial"/>
              </a:defRPr>
            </a:lvl6pPr>
            <a:lvl7pPr>
              <a:defRPr sz="3150" b="1">
                <a:solidFill>
                  <a:srgbClr val="10152B"/>
                </a:solidFill>
                <a:latin typeface="Arial"/>
                <a:ea typeface="Arial"/>
                <a:cs typeface="Arial"/>
              </a:defRPr>
            </a:lvl7pPr>
            <a:lvl8pPr>
              <a:defRPr sz="3150" b="1">
                <a:solidFill>
                  <a:srgbClr val="10152B"/>
                </a:solidFill>
                <a:latin typeface="Arial"/>
                <a:ea typeface="Arial"/>
                <a:cs typeface="Arial"/>
              </a:defRPr>
            </a:lvl8pPr>
            <a:lvl9pPr>
              <a:defRPr sz="3150" b="1">
                <a:solidFill>
                  <a:srgbClr val="10152B"/>
                </a:solidFill>
                <a:latin typeface="Arial"/>
                <a:ea typeface="Arial"/>
                <a:cs typeface="Arial"/>
              </a:defRPr>
            </a:lvl9pPr>
          </a:lstStyle>
          <a:p xmlns:a="http://schemas.openxmlformats.org/drawingml/2006/main">
            <a:pPr>
              <a:defRPr sz="3150" b="1">
                <a:solidFill>
                  <a:srgbClr val="10152B"/>
                </a:solidFill>
                <a:latin typeface="Arial"/>
                <a:ea typeface="Arial"/>
                <a:cs typeface="Arial"/>
              </a:defRPr>
            </a:pPr>
            <a:r>
              <a:rPr sz="3150" b="1">
                <a:solidFill>
                  <a:srgbClr val="10152B"/>
                </a:solidFill>
                <a:latin typeface="Arial"/>
                <a:ea typeface="Arial"/>
                <a:cs typeface="Arial"/>
              </a:rPr>
              <a:t>RFM gives a practical view of customer value</a:t>
            </a:r>
          </a:p>
        </p:txBody>
      </p:sp>
      <p:sp>
        <p:nvSpPr>
          <p:cNvPr id="4" name="slide-subtitle">
            <a:extLst xmlns:a="http://schemas.openxmlformats.org/drawingml/2006/main">
              <a:ext uri="{FF2B5EF4-FFF2-40B4-BE49-F238E27FC236}">
                <a16:creationId xmlns:a16="http://schemas.microsoft.com/office/drawing/2014/main" id="{78F9FF7E-641C-44A4-8091-B6999CDA1D64}"/>
              </a:ext>
            </a:extLst>
          </p:cNvPr>
          <p:cNvSpPr>
            <a:spLocks xmlns:a="http://schemas.openxmlformats.org/drawingml/2006/main" noGrp="1"/>
          </p:cNvSpPr>
          <p:nvPr/>
        </p:nvSpPr>
        <p:spPr>
          <a:xfrm xmlns:a="http://schemas.openxmlformats.org/drawingml/2006/main">
            <a:off x="685800" y="1524000"/>
            <a:ext cx="10668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defRPr sz="1725" b="0">
                <a:solidFill>
                  <a:srgbClr val="596176"/>
                </a:solidFill>
                <a:latin typeface="Arial"/>
                <a:ea typeface="Arial"/>
                <a:cs typeface="Arial"/>
              </a:defRPr>
            </a:defPPr>
            <a:lvl1pPr>
              <a:defRPr sz="1725" b="0">
                <a:solidFill>
                  <a:srgbClr val="596176"/>
                </a:solidFill>
                <a:latin typeface="Arial"/>
                <a:ea typeface="Arial"/>
                <a:cs typeface="Arial"/>
              </a:defRPr>
            </a:lvl1pPr>
            <a:lvl2pPr>
              <a:defRPr sz="1725" b="0">
                <a:solidFill>
                  <a:srgbClr val="596176"/>
                </a:solidFill>
                <a:latin typeface="Arial"/>
                <a:ea typeface="Arial"/>
                <a:cs typeface="Arial"/>
              </a:defRPr>
            </a:lvl2pPr>
            <a:lvl3pPr>
              <a:defRPr sz="1725" b="0">
                <a:solidFill>
                  <a:srgbClr val="596176"/>
                </a:solidFill>
                <a:latin typeface="Arial"/>
                <a:ea typeface="Arial"/>
                <a:cs typeface="Arial"/>
              </a:defRPr>
            </a:lvl3pPr>
            <a:lvl4pPr>
              <a:defRPr sz="1725" b="0">
                <a:solidFill>
                  <a:srgbClr val="596176"/>
                </a:solidFill>
                <a:latin typeface="Arial"/>
                <a:ea typeface="Arial"/>
                <a:cs typeface="Arial"/>
              </a:defRPr>
            </a:lvl4pPr>
            <a:lvl5pPr>
              <a:defRPr sz="1725" b="0">
                <a:solidFill>
                  <a:srgbClr val="596176"/>
                </a:solidFill>
                <a:latin typeface="Arial"/>
                <a:ea typeface="Arial"/>
                <a:cs typeface="Arial"/>
              </a:defRPr>
            </a:lvl5pPr>
            <a:lvl6pPr>
              <a:defRPr sz="1725" b="0">
                <a:solidFill>
                  <a:srgbClr val="596176"/>
                </a:solidFill>
                <a:latin typeface="Arial"/>
                <a:ea typeface="Arial"/>
                <a:cs typeface="Arial"/>
              </a:defRPr>
            </a:lvl6pPr>
            <a:lvl7pPr>
              <a:defRPr sz="1725" b="0">
                <a:solidFill>
                  <a:srgbClr val="596176"/>
                </a:solidFill>
                <a:latin typeface="Arial"/>
                <a:ea typeface="Arial"/>
                <a:cs typeface="Arial"/>
              </a:defRPr>
            </a:lvl7pPr>
            <a:lvl8pPr>
              <a:defRPr sz="1725" b="0">
                <a:solidFill>
                  <a:srgbClr val="596176"/>
                </a:solidFill>
                <a:latin typeface="Arial"/>
                <a:ea typeface="Arial"/>
                <a:cs typeface="Arial"/>
              </a:defRPr>
            </a:lvl8pPr>
            <a:lvl9pPr>
              <a:defRPr sz="1725" b="0">
                <a:solidFill>
                  <a:srgbClr val="596176"/>
                </a:solidFill>
                <a:latin typeface="Arial"/>
                <a:ea typeface="Arial"/>
                <a:cs typeface="Arial"/>
              </a:defRPr>
            </a:lvl9pPr>
          </a:lstStyle>
          <a:p xmlns:a="http://schemas.openxmlformats.org/drawingml/2006/main">
            <a:pPr>
              <a:defRPr sz="1725" b="0">
                <a:solidFill>
                  <a:srgbClr val="596176"/>
                </a:solidFill>
                <a:latin typeface="Arial"/>
                <a:ea typeface="Arial"/>
                <a:cs typeface="Arial"/>
              </a:defRPr>
            </a:pPr>
            <a:r>
              <a:rPr sz="1725" b="0">
                <a:solidFill>
                  <a:srgbClr val="596176"/>
                </a:solidFill>
                <a:latin typeface="Arial"/>
                <a:ea typeface="Arial"/>
                <a:cs typeface="Arial"/>
              </a:rPr>
              <a:t>Recency, purchase frequency and revenue help turn customer history into useful groups.</a:t>
            </a:r>
          </a:p>
        </p:txBody>
      </p:sp>
      <p:sp>
        <p:nvSpPr>
          <p:cNvPr id="5" name="title-divider">
            <a:extLst xmlns:a="http://schemas.openxmlformats.org/drawingml/2006/main">
              <a:ext uri="{FF2B5EF4-FFF2-40B4-BE49-F238E27FC236}">
                <a16:creationId xmlns:a16="http://schemas.microsoft.com/office/drawing/2014/main" id="{A75E1428-55D9-4D20-B377-7E84A5AB58D6}"/>
              </a:ext>
            </a:extLst>
          </p:cNvPr>
          <p:cNvSpPr>
            <a:spLocks xmlns:a="http://schemas.openxmlformats.org/drawingml/2006/main" noGrp="1"/>
          </p:cNvSpPr>
          <p:nvPr/>
        </p:nvSpPr>
        <p:spPr>
          <a:xfrm xmlns:a="http://schemas.openxmlformats.org/drawingml/2006/main">
            <a:off x="685800" y="2038350"/>
            <a:ext cx="10810875" cy="0"/>
          </a:xfrm>
          <a:prstGeom xmlns:a="http://schemas.openxmlformats.org/drawingml/2006/main" prst="line">
            <a:avLst/>
          </a:prstGeom>
          <a:noFill xmlns:a="http://schemas.openxmlformats.org/drawingml/2006/main"/>
          <a:ln xmlns:a="http://schemas.openxmlformats.org/drawingml/2006/main" w="19050">
            <a:solidFill>
              <a:srgbClr val="D9DCE7"/>
            </a:solidFill>
            <a:prstDash val="solid"/>
          </a:ln>
        </p:spPr>
      </p:sp>
      <p:sp>
        <p:nvSpPr>
          <p:cNvPr id="6" name="rfm-letter-0">
            <a:extLst xmlns:a="http://schemas.openxmlformats.org/drawingml/2006/main">
              <a:ext uri="{FF2B5EF4-FFF2-40B4-BE49-F238E27FC236}">
                <a16:creationId xmlns:a16="http://schemas.microsoft.com/office/drawing/2014/main" id="{C00EAF04-8AF6-4D7D-8A03-FAD59D28B565}"/>
              </a:ext>
            </a:extLst>
          </p:cNvPr>
          <p:cNvSpPr>
            <a:spLocks xmlns:a="http://schemas.openxmlformats.org/drawingml/2006/main" noGrp="1"/>
          </p:cNvSpPr>
          <p:nvPr/>
        </p:nvSpPr>
        <p:spPr>
          <a:xfrm xmlns:a="http://schemas.openxmlformats.org/drawingml/2006/main">
            <a:off x="800100" y="2362200"/>
            <a:ext cx="666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defRPr sz="3300" b="1">
                <a:solidFill>
                  <a:srgbClr val="713BCC"/>
                </a:solidFill>
                <a:latin typeface="Arial"/>
                <a:ea typeface="Arial"/>
                <a:cs typeface="Arial"/>
              </a:defRPr>
            </a:defPPr>
            <a:lvl1pPr>
              <a:defRPr sz="3300" b="1">
                <a:solidFill>
                  <a:srgbClr val="713BCC"/>
                </a:solidFill>
                <a:latin typeface="Arial"/>
                <a:ea typeface="Arial"/>
                <a:cs typeface="Arial"/>
              </a:defRPr>
            </a:lvl1pPr>
            <a:lvl2pPr>
              <a:defRPr sz="3300" b="1">
                <a:solidFill>
                  <a:srgbClr val="713BCC"/>
                </a:solidFill>
                <a:latin typeface="Arial"/>
                <a:ea typeface="Arial"/>
                <a:cs typeface="Arial"/>
              </a:defRPr>
            </a:lvl2pPr>
            <a:lvl3pPr>
              <a:defRPr sz="3300" b="1">
                <a:solidFill>
                  <a:srgbClr val="713BCC"/>
                </a:solidFill>
                <a:latin typeface="Arial"/>
                <a:ea typeface="Arial"/>
                <a:cs typeface="Arial"/>
              </a:defRPr>
            </a:lvl3pPr>
            <a:lvl4pPr>
              <a:defRPr sz="3300" b="1">
                <a:solidFill>
                  <a:srgbClr val="713BCC"/>
                </a:solidFill>
                <a:latin typeface="Arial"/>
                <a:ea typeface="Arial"/>
                <a:cs typeface="Arial"/>
              </a:defRPr>
            </a:lvl4pPr>
            <a:lvl5pPr>
              <a:defRPr sz="3300" b="1">
                <a:solidFill>
                  <a:srgbClr val="713BCC"/>
                </a:solidFill>
                <a:latin typeface="Arial"/>
                <a:ea typeface="Arial"/>
                <a:cs typeface="Arial"/>
              </a:defRPr>
            </a:lvl5pPr>
            <a:lvl6pPr>
              <a:defRPr sz="3300" b="1">
                <a:solidFill>
                  <a:srgbClr val="713BCC"/>
                </a:solidFill>
                <a:latin typeface="Arial"/>
                <a:ea typeface="Arial"/>
                <a:cs typeface="Arial"/>
              </a:defRPr>
            </a:lvl6pPr>
            <a:lvl7pPr>
              <a:defRPr sz="3300" b="1">
                <a:solidFill>
                  <a:srgbClr val="713BCC"/>
                </a:solidFill>
                <a:latin typeface="Arial"/>
                <a:ea typeface="Arial"/>
                <a:cs typeface="Arial"/>
              </a:defRPr>
            </a:lvl7pPr>
            <a:lvl8pPr>
              <a:defRPr sz="3300" b="1">
                <a:solidFill>
                  <a:srgbClr val="713BCC"/>
                </a:solidFill>
                <a:latin typeface="Arial"/>
                <a:ea typeface="Arial"/>
                <a:cs typeface="Arial"/>
              </a:defRPr>
            </a:lvl8pPr>
            <a:lvl9pPr>
              <a:defRPr sz="3300" b="1">
                <a:solidFill>
                  <a:srgbClr val="713BCC"/>
                </a:solidFill>
                <a:latin typeface="Arial"/>
                <a:ea typeface="Arial"/>
                <a:cs typeface="Arial"/>
              </a:defRPr>
            </a:lvl9pPr>
          </a:lstStyle>
          <a:p xmlns:a="http://schemas.openxmlformats.org/drawingml/2006/main">
            <a:pPr>
              <a:defRPr sz="3300" b="1">
                <a:solidFill>
                  <a:srgbClr val="713BCC"/>
                </a:solidFill>
                <a:latin typeface="Arial"/>
                <a:ea typeface="Arial"/>
                <a:cs typeface="Arial"/>
              </a:defRPr>
            </a:pPr>
            <a:r>
              <a:rPr sz="3300" b="1">
                <a:solidFill>
                  <a:srgbClr val="713BCC"/>
                </a:solidFill>
                <a:latin typeface="Arial"/>
                <a:ea typeface="Arial"/>
                <a:cs typeface="Arial"/>
              </a:rPr>
              <a:t>R</a:t>
            </a:r>
          </a:p>
        </p:txBody>
      </p:sp>
      <p:sp>
        <p:nvSpPr>
          <p:cNvPr id="7" name="rfm-label-0">
            <a:extLst xmlns:a="http://schemas.openxmlformats.org/drawingml/2006/main">
              <a:ext uri="{FF2B5EF4-FFF2-40B4-BE49-F238E27FC236}">
                <a16:creationId xmlns:a16="http://schemas.microsoft.com/office/drawing/2014/main" id="{DCA22CBF-CEC9-4702-A999-F0177768C9FA}"/>
              </a:ext>
            </a:extLst>
          </p:cNvPr>
          <p:cNvSpPr>
            <a:spLocks xmlns:a="http://schemas.openxmlformats.org/drawingml/2006/main" noGrp="1"/>
          </p:cNvSpPr>
          <p:nvPr/>
        </p:nvSpPr>
        <p:spPr>
          <a:xfrm xmlns:a="http://schemas.openxmlformats.org/drawingml/2006/main">
            <a:off x="1714500" y="2381250"/>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defRPr sz="1350" b="1">
                <a:solidFill>
                  <a:srgbClr val="188F75"/>
                </a:solidFill>
                <a:latin typeface="Arial"/>
                <a:ea typeface="Arial"/>
                <a:cs typeface="Arial"/>
              </a:defRPr>
            </a:defPPr>
            <a:lvl1pPr>
              <a:defRPr sz="1350" b="1">
                <a:solidFill>
                  <a:srgbClr val="188F75"/>
                </a:solidFill>
                <a:latin typeface="Arial"/>
                <a:ea typeface="Arial"/>
                <a:cs typeface="Arial"/>
              </a:defRPr>
            </a:lvl1pPr>
            <a:lvl2pPr>
              <a:defRPr sz="1350" b="1">
                <a:solidFill>
                  <a:srgbClr val="188F75"/>
                </a:solidFill>
                <a:latin typeface="Arial"/>
                <a:ea typeface="Arial"/>
                <a:cs typeface="Arial"/>
              </a:defRPr>
            </a:lvl2pPr>
            <a:lvl3pPr>
              <a:defRPr sz="1350" b="1">
                <a:solidFill>
                  <a:srgbClr val="188F75"/>
                </a:solidFill>
                <a:latin typeface="Arial"/>
                <a:ea typeface="Arial"/>
                <a:cs typeface="Arial"/>
              </a:defRPr>
            </a:lvl3pPr>
            <a:lvl4pPr>
              <a:defRPr sz="1350" b="1">
                <a:solidFill>
                  <a:srgbClr val="188F75"/>
                </a:solidFill>
                <a:latin typeface="Arial"/>
                <a:ea typeface="Arial"/>
                <a:cs typeface="Arial"/>
              </a:defRPr>
            </a:lvl4pPr>
            <a:lvl5pPr>
              <a:defRPr sz="1350" b="1">
                <a:solidFill>
                  <a:srgbClr val="188F75"/>
                </a:solidFill>
                <a:latin typeface="Arial"/>
                <a:ea typeface="Arial"/>
                <a:cs typeface="Arial"/>
              </a:defRPr>
            </a:lvl5pPr>
            <a:lvl6pPr>
              <a:defRPr sz="1350" b="1">
                <a:solidFill>
                  <a:srgbClr val="188F75"/>
                </a:solidFill>
                <a:latin typeface="Arial"/>
                <a:ea typeface="Arial"/>
                <a:cs typeface="Arial"/>
              </a:defRPr>
            </a:lvl6pPr>
            <a:lvl7pPr>
              <a:defRPr sz="1350" b="1">
                <a:solidFill>
                  <a:srgbClr val="188F75"/>
                </a:solidFill>
                <a:latin typeface="Arial"/>
                <a:ea typeface="Arial"/>
                <a:cs typeface="Arial"/>
              </a:defRPr>
            </a:lvl7pPr>
            <a:lvl8pPr>
              <a:defRPr sz="1350" b="1">
                <a:solidFill>
                  <a:srgbClr val="188F75"/>
                </a:solidFill>
                <a:latin typeface="Arial"/>
                <a:ea typeface="Arial"/>
                <a:cs typeface="Arial"/>
              </a:defRPr>
            </a:lvl8pPr>
            <a:lvl9pPr>
              <a:defRPr sz="1350" b="1">
                <a:solidFill>
                  <a:srgbClr val="188F75"/>
                </a:solidFill>
                <a:latin typeface="Arial"/>
                <a:ea typeface="Arial"/>
                <a:cs typeface="Arial"/>
              </a:defRPr>
            </a:lvl9pPr>
          </a:lstStyle>
          <a:p xmlns:a="http://schemas.openxmlformats.org/drawingml/2006/main">
            <a:pPr>
              <a:defRPr sz="1350" b="1">
                <a:solidFill>
                  <a:srgbClr val="188F75"/>
                </a:solidFill>
                <a:latin typeface="Arial"/>
                <a:ea typeface="Arial"/>
                <a:cs typeface="Arial"/>
              </a:defRPr>
            </a:pPr>
            <a:r>
              <a:rPr sz="1350" b="1">
                <a:solidFill>
                  <a:srgbClr val="188F75"/>
                </a:solidFill>
                <a:latin typeface="Arial"/>
                <a:ea typeface="Arial"/>
                <a:cs typeface="Arial"/>
              </a:rPr>
              <a:t>RECENCY</a:t>
            </a:r>
          </a:p>
        </p:txBody>
      </p:sp>
      <p:sp>
        <p:nvSpPr>
          <p:cNvPr id="8" name="rfm-desc-0">
            <a:extLst xmlns:a="http://schemas.openxmlformats.org/drawingml/2006/main">
              <a:ext uri="{FF2B5EF4-FFF2-40B4-BE49-F238E27FC236}">
                <a16:creationId xmlns:a16="http://schemas.microsoft.com/office/drawing/2014/main" id="{7CDFEF25-4C5C-4FE1-9158-E4A737B97F2A}"/>
              </a:ext>
            </a:extLst>
          </p:cNvPr>
          <p:cNvSpPr>
            <a:spLocks xmlns:a="http://schemas.openxmlformats.org/drawingml/2006/main" noGrp="1"/>
          </p:cNvSpPr>
          <p:nvPr/>
        </p:nvSpPr>
        <p:spPr>
          <a:xfrm xmlns:a="http://schemas.openxmlformats.org/drawingml/2006/main">
            <a:off x="1714500" y="2686050"/>
            <a:ext cx="7239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defRPr sz="1875" b="0">
                <a:solidFill>
                  <a:srgbClr val="10152B"/>
                </a:solidFill>
                <a:latin typeface="Arial"/>
                <a:ea typeface="Arial"/>
                <a:cs typeface="Arial"/>
              </a:defRPr>
            </a:defPPr>
            <a:lvl1pPr>
              <a:defRPr sz="1875" b="0">
                <a:solidFill>
                  <a:srgbClr val="10152B"/>
                </a:solidFill>
                <a:latin typeface="Arial"/>
                <a:ea typeface="Arial"/>
                <a:cs typeface="Arial"/>
              </a:defRPr>
            </a:lvl1pPr>
            <a:lvl2pPr>
              <a:defRPr sz="1875" b="0">
                <a:solidFill>
                  <a:srgbClr val="10152B"/>
                </a:solidFill>
                <a:latin typeface="Arial"/>
                <a:ea typeface="Arial"/>
                <a:cs typeface="Arial"/>
              </a:defRPr>
            </a:lvl2pPr>
            <a:lvl3pPr>
              <a:defRPr sz="1875" b="0">
                <a:solidFill>
                  <a:srgbClr val="10152B"/>
                </a:solidFill>
                <a:latin typeface="Arial"/>
                <a:ea typeface="Arial"/>
                <a:cs typeface="Arial"/>
              </a:defRPr>
            </a:lvl3pPr>
            <a:lvl4pPr>
              <a:defRPr sz="1875" b="0">
                <a:solidFill>
                  <a:srgbClr val="10152B"/>
                </a:solidFill>
                <a:latin typeface="Arial"/>
                <a:ea typeface="Arial"/>
                <a:cs typeface="Arial"/>
              </a:defRPr>
            </a:lvl4pPr>
            <a:lvl5pPr>
              <a:defRPr sz="1875" b="0">
                <a:solidFill>
                  <a:srgbClr val="10152B"/>
                </a:solidFill>
                <a:latin typeface="Arial"/>
                <a:ea typeface="Arial"/>
                <a:cs typeface="Arial"/>
              </a:defRPr>
            </a:lvl5pPr>
            <a:lvl6pPr>
              <a:defRPr sz="1875" b="0">
                <a:solidFill>
                  <a:srgbClr val="10152B"/>
                </a:solidFill>
                <a:latin typeface="Arial"/>
                <a:ea typeface="Arial"/>
                <a:cs typeface="Arial"/>
              </a:defRPr>
            </a:lvl6pPr>
            <a:lvl7pPr>
              <a:defRPr sz="1875" b="0">
                <a:solidFill>
                  <a:srgbClr val="10152B"/>
                </a:solidFill>
                <a:latin typeface="Arial"/>
                <a:ea typeface="Arial"/>
                <a:cs typeface="Arial"/>
              </a:defRPr>
            </a:lvl7pPr>
            <a:lvl8pPr>
              <a:defRPr sz="1875" b="0">
                <a:solidFill>
                  <a:srgbClr val="10152B"/>
                </a:solidFill>
                <a:latin typeface="Arial"/>
                <a:ea typeface="Arial"/>
                <a:cs typeface="Arial"/>
              </a:defRPr>
            </a:lvl8pPr>
            <a:lvl9pPr>
              <a:defRPr sz="1875" b="0">
                <a:solidFill>
                  <a:srgbClr val="10152B"/>
                </a:solidFill>
                <a:latin typeface="Arial"/>
                <a:ea typeface="Arial"/>
                <a:cs typeface="Arial"/>
              </a:defRPr>
            </a:lvl9pPr>
          </a:lstStyle>
          <a:p xmlns:a="http://schemas.openxmlformats.org/drawingml/2006/main">
            <a:pPr>
              <a:defRPr sz="1875" b="0">
                <a:solidFill>
                  <a:srgbClr val="10152B"/>
                </a:solidFill>
                <a:latin typeface="Arial"/>
                <a:ea typeface="Arial"/>
                <a:cs typeface="Arial"/>
              </a:defRPr>
            </a:pPr>
            <a:r>
              <a:rPr sz="1875" b="0">
                <a:solidFill>
                  <a:srgbClr val="10152B"/>
                </a:solidFill>
                <a:latin typeface="Arial"/>
                <a:ea typeface="Arial"/>
                <a:cs typeface="Arial"/>
              </a:rPr>
              <a:t>How recently did the customer order?</a:t>
            </a:r>
          </a:p>
        </p:txBody>
      </p:sp>
      <p:sp>
        <p:nvSpPr>
          <p:cNvPr id="9" name="row-rule-0">
            <a:extLst xmlns:a="http://schemas.openxmlformats.org/drawingml/2006/main">
              <a:ext uri="{FF2B5EF4-FFF2-40B4-BE49-F238E27FC236}">
                <a16:creationId xmlns:a16="http://schemas.microsoft.com/office/drawing/2014/main" id="{3628B413-2317-4786-BCF1-91E05743E1B6}"/>
              </a:ext>
            </a:extLst>
          </p:cNvPr>
          <p:cNvSpPr>
            <a:spLocks xmlns:a="http://schemas.openxmlformats.org/drawingml/2006/main" noGrp="1"/>
          </p:cNvSpPr>
          <p:nvPr/>
        </p:nvSpPr>
        <p:spPr>
          <a:xfrm xmlns:a="http://schemas.openxmlformats.org/drawingml/2006/main">
            <a:off x="1714500" y="3219450"/>
            <a:ext cx="8286750" cy="0"/>
          </a:xfrm>
          <a:prstGeom xmlns:a="http://schemas.openxmlformats.org/drawingml/2006/main" prst="line">
            <a:avLst/>
          </a:prstGeom>
          <a:noFill xmlns:a="http://schemas.openxmlformats.org/drawingml/2006/main"/>
          <a:ln xmlns:a="http://schemas.openxmlformats.org/drawingml/2006/main" w="19050">
            <a:solidFill>
              <a:srgbClr val="D9DCE7"/>
            </a:solidFill>
            <a:prstDash val="solid"/>
          </a:ln>
        </p:spPr>
      </p:sp>
      <p:sp>
        <p:nvSpPr>
          <p:cNvPr id="10" name="rfm-letter-1">
            <a:extLst xmlns:a="http://schemas.openxmlformats.org/drawingml/2006/main">
              <a:ext uri="{FF2B5EF4-FFF2-40B4-BE49-F238E27FC236}">
                <a16:creationId xmlns:a16="http://schemas.microsoft.com/office/drawing/2014/main" id="{7F3C6FA7-D1C7-4BA9-BB32-3CFCE3F29688}"/>
              </a:ext>
            </a:extLst>
          </p:cNvPr>
          <p:cNvSpPr>
            <a:spLocks xmlns:a="http://schemas.openxmlformats.org/drawingml/2006/main" noGrp="1"/>
          </p:cNvSpPr>
          <p:nvPr/>
        </p:nvSpPr>
        <p:spPr>
          <a:xfrm xmlns:a="http://schemas.openxmlformats.org/drawingml/2006/main">
            <a:off x="800100" y="3390900"/>
            <a:ext cx="666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defRPr sz="3300" b="1">
                <a:solidFill>
                  <a:srgbClr val="713BCC"/>
                </a:solidFill>
                <a:latin typeface="Arial"/>
                <a:ea typeface="Arial"/>
                <a:cs typeface="Arial"/>
              </a:defRPr>
            </a:defPPr>
            <a:lvl1pPr>
              <a:defRPr sz="3300" b="1">
                <a:solidFill>
                  <a:srgbClr val="713BCC"/>
                </a:solidFill>
                <a:latin typeface="Arial"/>
                <a:ea typeface="Arial"/>
                <a:cs typeface="Arial"/>
              </a:defRPr>
            </a:lvl1pPr>
            <a:lvl2pPr>
              <a:defRPr sz="3300" b="1">
                <a:solidFill>
                  <a:srgbClr val="713BCC"/>
                </a:solidFill>
                <a:latin typeface="Arial"/>
                <a:ea typeface="Arial"/>
                <a:cs typeface="Arial"/>
              </a:defRPr>
            </a:lvl2pPr>
            <a:lvl3pPr>
              <a:defRPr sz="3300" b="1">
                <a:solidFill>
                  <a:srgbClr val="713BCC"/>
                </a:solidFill>
                <a:latin typeface="Arial"/>
                <a:ea typeface="Arial"/>
                <a:cs typeface="Arial"/>
              </a:defRPr>
            </a:lvl3pPr>
            <a:lvl4pPr>
              <a:defRPr sz="3300" b="1">
                <a:solidFill>
                  <a:srgbClr val="713BCC"/>
                </a:solidFill>
                <a:latin typeface="Arial"/>
                <a:ea typeface="Arial"/>
                <a:cs typeface="Arial"/>
              </a:defRPr>
            </a:lvl4pPr>
            <a:lvl5pPr>
              <a:defRPr sz="3300" b="1">
                <a:solidFill>
                  <a:srgbClr val="713BCC"/>
                </a:solidFill>
                <a:latin typeface="Arial"/>
                <a:ea typeface="Arial"/>
                <a:cs typeface="Arial"/>
              </a:defRPr>
            </a:lvl5pPr>
            <a:lvl6pPr>
              <a:defRPr sz="3300" b="1">
                <a:solidFill>
                  <a:srgbClr val="713BCC"/>
                </a:solidFill>
                <a:latin typeface="Arial"/>
                <a:ea typeface="Arial"/>
                <a:cs typeface="Arial"/>
              </a:defRPr>
            </a:lvl6pPr>
            <a:lvl7pPr>
              <a:defRPr sz="3300" b="1">
                <a:solidFill>
                  <a:srgbClr val="713BCC"/>
                </a:solidFill>
                <a:latin typeface="Arial"/>
                <a:ea typeface="Arial"/>
                <a:cs typeface="Arial"/>
              </a:defRPr>
            </a:lvl7pPr>
            <a:lvl8pPr>
              <a:defRPr sz="3300" b="1">
                <a:solidFill>
                  <a:srgbClr val="713BCC"/>
                </a:solidFill>
                <a:latin typeface="Arial"/>
                <a:ea typeface="Arial"/>
                <a:cs typeface="Arial"/>
              </a:defRPr>
            </a:lvl8pPr>
            <a:lvl9pPr>
              <a:defRPr sz="3300" b="1">
                <a:solidFill>
                  <a:srgbClr val="713BCC"/>
                </a:solidFill>
                <a:latin typeface="Arial"/>
                <a:ea typeface="Arial"/>
                <a:cs typeface="Arial"/>
              </a:defRPr>
            </a:lvl9pPr>
          </a:lstStyle>
          <a:p xmlns:a="http://schemas.openxmlformats.org/drawingml/2006/main">
            <a:pPr>
              <a:defRPr sz="3300" b="1">
                <a:solidFill>
                  <a:srgbClr val="713BCC"/>
                </a:solidFill>
                <a:latin typeface="Arial"/>
                <a:ea typeface="Arial"/>
                <a:cs typeface="Arial"/>
              </a:defRPr>
            </a:pPr>
            <a:r>
              <a:rPr sz="3300" b="1">
                <a:solidFill>
                  <a:srgbClr val="713BCC"/>
                </a:solidFill>
                <a:latin typeface="Arial"/>
                <a:ea typeface="Arial"/>
                <a:cs typeface="Arial"/>
              </a:rPr>
              <a:t>F</a:t>
            </a:r>
          </a:p>
        </p:txBody>
      </p:sp>
      <p:sp>
        <p:nvSpPr>
          <p:cNvPr id="11" name="rfm-label-1">
            <a:extLst xmlns:a="http://schemas.openxmlformats.org/drawingml/2006/main">
              <a:ext uri="{FF2B5EF4-FFF2-40B4-BE49-F238E27FC236}">
                <a16:creationId xmlns:a16="http://schemas.microsoft.com/office/drawing/2014/main" id="{2181A0FD-541A-4C86-B699-AD8C58018D51}"/>
              </a:ext>
            </a:extLst>
          </p:cNvPr>
          <p:cNvSpPr>
            <a:spLocks xmlns:a="http://schemas.openxmlformats.org/drawingml/2006/main" noGrp="1"/>
          </p:cNvSpPr>
          <p:nvPr/>
        </p:nvSpPr>
        <p:spPr>
          <a:xfrm xmlns:a="http://schemas.openxmlformats.org/drawingml/2006/main">
            <a:off x="1714500" y="3409950"/>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defRPr sz="1350" b="1">
                <a:solidFill>
                  <a:srgbClr val="188F75"/>
                </a:solidFill>
                <a:latin typeface="Arial"/>
                <a:ea typeface="Arial"/>
                <a:cs typeface="Arial"/>
              </a:defRPr>
            </a:defPPr>
            <a:lvl1pPr>
              <a:defRPr sz="1350" b="1">
                <a:solidFill>
                  <a:srgbClr val="188F75"/>
                </a:solidFill>
                <a:latin typeface="Arial"/>
                <a:ea typeface="Arial"/>
                <a:cs typeface="Arial"/>
              </a:defRPr>
            </a:lvl1pPr>
            <a:lvl2pPr>
              <a:defRPr sz="1350" b="1">
                <a:solidFill>
                  <a:srgbClr val="188F75"/>
                </a:solidFill>
                <a:latin typeface="Arial"/>
                <a:ea typeface="Arial"/>
                <a:cs typeface="Arial"/>
              </a:defRPr>
            </a:lvl2pPr>
            <a:lvl3pPr>
              <a:defRPr sz="1350" b="1">
                <a:solidFill>
                  <a:srgbClr val="188F75"/>
                </a:solidFill>
                <a:latin typeface="Arial"/>
                <a:ea typeface="Arial"/>
                <a:cs typeface="Arial"/>
              </a:defRPr>
            </a:lvl3pPr>
            <a:lvl4pPr>
              <a:defRPr sz="1350" b="1">
                <a:solidFill>
                  <a:srgbClr val="188F75"/>
                </a:solidFill>
                <a:latin typeface="Arial"/>
                <a:ea typeface="Arial"/>
                <a:cs typeface="Arial"/>
              </a:defRPr>
            </a:lvl4pPr>
            <a:lvl5pPr>
              <a:defRPr sz="1350" b="1">
                <a:solidFill>
                  <a:srgbClr val="188F75"/>
                </a:solidFill>
                <a:latin typeface="Arial"/>
                <a:ea typeface="Arial"/>
                <a:cs typeface="Arial"/>
              </a:defRPr>
            </a:lvl5pPr>
            <a:lvl6pPr>
              <a:defRPr sz="1350" b="1">
                <a:solidFill>
                  <a:srgbClr val="188F75"/>
                </a:solidFill>
                <a:latin typeface="Arial"/>
                <a:ea typeface="Arial"/>
                <a:cs typeface="Arial"/>
              </a:defRPr>
            </a:lvl6pPr>
            <a:lvl7pPr>
              <a:defRPr sz="1350" b="1">
                <a:solidFill>
                  <a:srgbClr val="188F75"/>
                </a:solidFill>
                <a:latin typeface="Arial"/>
                <a:ea typeface="Arial"/>
                <a:cs typeface="Arial"/>
              </a:defRPr>
            </a:lvl7pPr>
            <a:lvl8pPr>
              <a:defRPr sz="1350" b="1">
                <a:solidFill>
                  <a:srgbClr val="188F75"/>
                </a:solidFill>
                <a:latin typeface="Arial"/>
                <a:ea typeface="Arial"/>
                <a:cs typeface="Arial"/>
              </a:defRPr>
            </a:lvl8pPr>
            <a:lvl9pPr>
              <a:defRPr sz="1350" b="1">
                <a:solidFill>
                  <a:srgbClr val="188F75"/>
                </a:solidFill>
                <a:latin typeface="Arial"/>
                <a:ea typeface="Arial"/>
                <a:cs typeface="Arial"/>
              </a:defRPr>
            </a:lvl9pPr>
          </a:lstStyle>
          <a:p xmlns:a="http://schemas.openxmlformats.org/drawingml/2006/main">
            <a:pPr>
              <a:defRPr sz="1350" b="1">
                <a:solidFill>
                  <a:srgbClr val="188F75"/>
                </a:solidFill>
                <a:latin typeface="Arial"/>
                <a:ea typeface="Arial"/>
                <a:cs typeface="Arial"/>
              </a:defRPr>
            </a:pPr>
            <a:r>
              <a:rPr sz="1350" b="1">
                <a:solidFill>
                  <a:srgbClr val="188F75"/>
                </a:solidFill>
                <a:latin typeface="Arial"/>
                <a:ea typeface="Arial"/>
                <a:cs typeface="Arial"/>
              </a:rPr>
              <a:t>FREQUENCY</a:t>
            </a:r>
          </a:p>
        </p:txBody>
      </p:sp>
      <p:sp>
        <p:nvSpPr>
          <p:cNvPr id="12" name="rfm-desc-1">
            <a:extLst xmlns:a="http://schemas.openxmlformats.org/drawingml/2006/main">
              <a:ext uri="{FF2B5EF4-FFF2-40B4-BE49-F238E27FC236}">
                <a16:creationId xmlns:a16="http://schemas.microsoft.com/office/drawing/2014/main" id="{DDA6429F-29F6-4373-9C2F-812EB0CAF310}"/>
              </a:ext>
            </a:extLst>
          </p:cNvPr>
          <p:cNvSpPr>
            <a:spLocks xmlns:a="http://schemas.openxmlformats.org/drawingml/2006/main" noGrp="1"/>
          </p:cNvSpPr>
          <p:nvPr/>
        </p:nvSpPr>
        <p:spPr>
          <a:xfrm xmlns:a="http://schemas.openxmlformats.org/drawingml/2006/main">
            <a:off x="1714500" y="3714750"/>
            <a:ext cx="7239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defRPr sz="1875" b="0">
                <a:solidFill>
                  <a:srgbClr val="10152B"/>
                </a:solidFill>
                <a:latin typeface="Arial"/>
                <a:ea typeface="Arial"/>
                <a:cs typeface="Arial"/>
              </a:defRPr>
            </a:defPPr>
            <a:lvl1pPr>
              <a:defRPr sz="1875" b="0">
                <a:solidFill>
                  <a:srgbClr val="10152B"/>
                </a:solidFill>
                <a:latin typeface="Arial"/>
                <a:ea typeface="Arial"/>
                <a:cs typeface="Arial"/>
              </a:defRPr>
            </a:lvl1pPr>
            <a:lvl2pPr>
              <a:defRPr sz="1875" b="0">
                <a:solidFill>
                  <a:srgbClr val="10152B"/>
                </a:solidFill>
                <a:latin typeface="Arial"/>
                <a:ea typeface="Arial"/>
                <a:cs typeface="Arial"/>
              </a:defRPr>
            </a:lvl2pPr>
            <a:lvl3pPr>
              <a:defRPr sz="1875" b="0">
                <a:solidFill>
                  <a:srgbClr val="10152B"/>
                </a:solidFill>
                <a:latin typeface="Arial"/>
                <a:ea typeface="Arial"/>
                <a:cs typeface="Arial"/>
              </a:defRPr>
            </a:lvl3pPr>
            <a:lvl4pPr>
              <a:defRPr sz="1875" b="0">
                <a:solidFill>
                  <a:srgbClr val="10152B"/>
                </a:solidFill>
                <a:latin typeface="Arial"/>
                <a:ea typeface="Arial"/>
                <a:cs typeface="Arial"/>
              </a:defRPr>
            </a:lvl4pPr>
            <a:lvl5pPr>
              <a:defRPr sz="1875" b="0">
                <a:solidFill>
                  <a:srgbClr val="10152B"/>
                </a:solidFill>
                <a:latin typeface="Arial"/>
                <a:ea typeface="Arial"/>
                <a:cs typeface="Arial"/>
              </a:defRPr>
            </a:lvl5pPr>
            <a:lvl6pPr>
              <a:defRPr sz="1875" b="0">
                <a:solidFill>
                  <a:srgbClr val="10152B"/>
                </a:solidFill>
                <a:latin typeface="Arial"/>
                <a:ea typeface="Arial"/>
                <a:cs typeface="Arial"/>
              </a:defRPr>
            </a:lvl6pPr>
            <a:lvl7pPr>
              <a:defRPr sz="1875" b="0">
                <a:solidFill>
                  <a:srgbClr val="10152B"/>
                </a:solidFill>
                <a:latin typeface="Arial"/>
                <a:ea typeface="Arial"/>
                <a:cs typeface="Arial"/>
              </a:defRPr>
            </a:lvl7pPr>
            <a:lvl8pPr>
              <a:defRPr sz="1875" b="0">
                <a:solidFill>
                  <a:srgbClr val="10152B"/>
                </a:solidFill>
                <a:latin typeface="Arial"/>
                <a:ea typeface="Arial"/>
                <a:cs typeface="Arial"/>
              </a:defRPr>
            </a:lvl8pPr>
            <a:lvl9pPr>
              <a:defRPr sz="1875" b="0">
                <a:solidFill>
                  <a:srgbClr val="10152B"/>
                </a:solidFill>
                <a:latin typeface="Arial"/>
                <a:ea typeface="Arial"/>
                <a:cs typeface="Arial"/>
              </a:defRPr>
            </a:lvl9pPr>
          </a:lstStyle>
          <a:p xmlns:a="http://schemas.openxmlformats.org/drawingml/2006/main">
            <a:pPr>
              <a:defRPr sz="1875" b="0">
                <a:solidFill>
                  <a:srgbClr val="10152B"/>
                </a:solidFill>
                <a:latin typeface="Arial"/>
                <a:ea typeface="Arial"/>
                <a:cs typeface="Arial"/>
              </a:defRPr>
            </a:pPr>
            <a:r>
              <a:rPr sz="1875" b="0">
                <a:solidFill>
                  <a:srgbClr val="10152B"/>
                </a:solidFill>
                <a:latin typeface="Arial"/>
                <a:ea typeface="Arial"/>
                <a:cs typeface="Arial"/>
              </a:rPr>
              <a:t>How many orders did the customer make?</a:t>
            </a:r>
          </a:p>
        </p:txBody>
      </p:sp>
      <p:sp>
        <p:nvSpPr>
          <p:cNvPr id="13" name="row-rule-1">
            <a:extLst xmlns:a="http://schemas.openxmlformats.org/drawingml/2006/main">
              <a:ext uri="{FF2B5EF4-FFF2-40B4-BE49-F238E27FC236}">
                <a16:creationId xmlns:a16="http://schemas.microsoft.com/office/drawing/2014/main" id="{9D46046D-06E0-4400-9A90-C4F1DDA94E12}"/>
              </a:ext>
            </a:extLst>
          </p:cNvPr>
          <p:cNvSpPr>
            <a:spLocks xmlns:a="http://schemas.openxmlformats.org/drawingml/2006/main" noGrp="1"/>
          </p:cNvSpPr>
          <p:nvPr/>
        </p:nvSpPr>
        <p:spPr>
          <a:xfrm xmlns:a="http://schemas.openxmlformats.org/drawingml/2006/main">
            <a:off x="1714500" y="4248150"/>
            <a:ext cx="8286750" cy="0"/>
          </a:xfrm>
          <a:prstGeom xmlns:a="http://schemas.openxmlformats.org/drawingml/2006/main" prst="line">
            <a:avLst/>
          </a:prstGeom>
          <a:noFill xmlns:a="http://schemas.openxmlformats.org/drawingml/2006/main"/>
          <a:ln xmlns:a="http://schemas.openxmlformats.org/drawingml/2006/main" w="19050">
            <a:solidFill>
              <a:srgbClr val="D9DCE7"/>
            </a:solidFill>
            <a:prstDash val="solid"/>
          </a:ln>
        </p:spPr>
      </p:sp>
      <p:sp>
        <p:nvSpPr>
          <p:cNvPr id="14" name="rfm-letter-2">
            <a:extLst xmlns:a="http://schemas.openxmlformats.org/drawingml/2006/main">
              <a:ext uri="{FF2B5EF4-FFF2-40B4-BE49-F238E27FC236}">
                <a16:creationId xmlns:a16="http://schemas.microsoft.com/office/drawing/2014/main" id="{5A580444-9694-45BB-8DDA-9525D21B2854}"/>
              </a:ext>
            </a:extLst>
          </p:cNvPr>
          <p:cNvSpPr>
            <a:spLocks xmlns:a="http://schemas.openxmlformats.org/drawingml/2006/main" noGrp="1"/>
          </p:cNvSpPr>
          <p:nvPr/>
        </p:nvSpPr>
        <p:spPr>
          <a:xfrm xmlns:a="http://schemas.openxmlformats.org/drawingml/2006/main">
            <a:off x="800100" y="4419600"/>
            <a:ext cx="666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defRPr sz="3300" b="1">
                <a:solidFill>
                  <a:srgbClr val="713BCC"/>
                </a:solidFill>
                <a:latin typeface="Arial"/>
                <a:ea typeface="Arial"/>
                <a:cs typeface="Arial"/>
              </a:defRPr>
            </a:defPPr>
            <a:lvl1pPr>
              <a:defRPr sz="3300" b="1">
                <a:solidFill>
                  <a:srgbClr val="713BCC"/>
                </a:solidFill>
                <a:latin typeface="Arial"/>
                <a:ea typeface="Arial"/>
                <a:cs typeface="Arial"/>
              </a:defRPr>
            </a:lvl1pPr>
            <a:lvl2pPr>
              <a:defRPr sz="3300" b="1">
                <a:solidFill>
                  <a:srgbClr val="713BCC"/>
                </a:solidFill>
                <a:latin typeface="Arial"/>
                <a:ea typeface="Arial"/>
                <a:cs typeface="Arial"/>
              </a:defRPr>
            </a:lvl2pPr>
            <a:lvl3pPr>
              <a:defRPr sz="3300" b="1">
                <a:solidFill>
                  <a:srgbClr val="713BCC"/>
                </a:solidFill>
                <a:latin typeface="Arial"/>
                <a:ea typeface="Arial"/>
                <a:cs typeface="Arial"/>
              </a:defRPr>
            </a:lvl3pPr>
            <a:lvl4pPr>
              <a:defRPr sz="3300" b="1">
                <a:solidFill>
                  <a:srgbClr val="713BCC"/>
                </a:solidFill>
                <a:latin typeface="Arial"/>
                <a:ea typeface="Arial"/>
                <a:cs typeface="Arial"/>
              </a:defRPr>
            </a:lvl4pPr>
            <a:lvl5pPr>
              <a:defRPr sz="3300" b="1">
                <a:solidFill>
                  <a:srgbClr val="713BCC"/>
                </a:solidFill>
                <a:latin typeface="Arial"/>
                <a:ea typeface="Arial"/>
                <a:cs typeface="Arial"/>
              </a:defRPr>
            </a:lvl5pPr>
            <a:lvl6pPr>
              <a:defRPr sz="3300" b="1">
                <a:solidFill>
                  <a:srgbClr val="713BCC"/>
                </a:solidFill>
                <a:latin typeface="Arial"/>
                <a:ea typeface="Arial"/>
                <a:cs typeface="Arial"/>
              </a:defRPr>
            </a:lvl6pPr>
            <a:lvl7pPr>
              <a:defRPr sz="3300" b="1">
                <a:solidFill>
                  <a:srgbClr val="713BCC"/>
                </a:solidFill>
                <a:latin typeface="Arial"/>
                <a:ea typeface="Arial"/>
                <a:cs typeface="Arial"/>
              </a:defRPr>
            </a:lvl7pPr>
            <a:lvl8pPr>
              <a:defRPr sz="3300" b="1">
                <a:solidFill>
                  <a:srgbClr val="713BCC"/>
                </a:solidFill>
                <a:latin typeface="Arial"/>
                <a:ea typeface="Arial"/>
                <a:cs typeface="Arial"/>
              </a:defRPr>
            </a:lvl8pPr>
            <a:lvl9pPr>
              <a:defRPr sz="3300" b="1">
                <a:solidFill>
                  <a:srgbClr val="713BCC"/>
                </a:solidFill>
                <a:latin typeface="Arial"/>
                <a:ea typeface="Arial"/>
                <a:cs typeface="Arial"/>
              </a:defRPr>
            </a:lvl9pPr>
          </a:lstStyle>
          <a:p xmlns:a="http://schemas.openxmlformats.org/drawingml/2006/main">
            <a:pPr>
              <a:defRPr sz="3300" b="1">
                <a:solidFill>
                  <a:srgbClr val="713BCC"/>
                </a:solidFill>
                <a:latin typeface="Arial"/>
                <a:ea typeface="Arial"/>
                <a:cs typeface="Arial"/>
              </a:defRPr>
            </a:pPr>
            <a:r>
              <a:rPr sz="3300" b="1">
                <a:solidFill>
                  <a:srgbClr val="713BCC"/>
                </a:solidFill>
                <a:latin typeface="Arial"/>
                <a:ea typeface="Arial"/>
                <a:cs typeface="Arial"/>
              </a:rPr>
              <a:t>M</a:t>
            </a:r>
          </a:p>
        </p:txBody>
      </p:sp>
      <p:sp>
        <p:nvSpPr>
          <p:cNvPr id="15" name="rfm-label-2">
            <a:extLst xmlns:a="http://schemas.openxmlformats.org/drawingml/2006/main">
              <a:ext uri="{FF2B5EF4-FFF2-40B4-BE49-F238E27FC236}">
                <a16:creationId xmlns:a16="http://schemas.microsoft.com/office/drawing/2014/main" id="{F5BA23F3-CC70-464F-A20E-7D942EE05850}"/>
              </a:ext>
            </a:extLst>
          </p:cNvPr>
          <p:cNvSpPr>
            <a:spLocks xmlns:a="http://schemas.openxmlformats.org/drawingml/2006/main" noGrp="1"/>
          </p:cNvSpPr>
          <p:nvPr/>
        </p:nvSpPr>
        <p:spPr>
          <a:xfrm xmlns:a="http://schemas.openxmlformats.org/drawingml/2006/main">
            <a:off x="1714500" y="4438650"/>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defRPr sz="1350" b="1">
                <a:solidFill>
                  <a:srgbClr val="188F75"/>
                </a:solidFill>
                <a:latin typeface="Arial"/>
                <a:ea typeface="Arial"/>
                <a:cs typeface="Arial"/>
              </a:defRPr>
            </a:defPPr>
            <a:lvl1pPr>
              <a:defRPr sz="1350" b="1">
                <a:solidFill>
                  <a:srgbClr val="188F75"/>
                </a:solidFill>
                <a:latin typeface="Arial"/>
                <a:ea typeface="Arial"/>
                <a:cs typeface="Arial"/>
              </a:defRPr>
            </a:lvl1pPr>
            <a:lvl2pPr>
              <a:defRPr sz="1350" b="1">
                <a:solidFill>
                  <a:srgbClr val="188F75"/>
                </a:solidFill>
                <a:latin typeface="Arial"/>
                <a:ea typeface="Arial"/>
                <a:cs typeface="Arial"/>
              </a:defRPr>
            </a:lvl2pPr>
            <a:lvl3pPr>
              <a:defRPr sz="1350" b="1">
                <a:solidFill>
                  <a:srgbClr val="188F75"/>
                </a:solidFill>
                <a:latin typeface="Arial"/>
                <a:ea typeface="Arial"/>
                <a:cs typeface="Arial"/>
              </a:defRPr>
            </a:lvl3pPr>
            <a:lvl4pPr>
              <a:defRPr sz="1350" b="1">
                <a:solidFill>
                  <a:srgbClr val="188F75"/>
                </a:solidFill>
                <a:latin typeface="Arial"/>
                <a:ea typeface="Arial"/>
                <a:cs typeface="Arial"/>
              </a:defRPr>
            </a:lvl4pPr>
            <a:lvl5pPr>
              <a:defRPr sz="1350" b="1">
                <a:solidFill>
                  <a:srgbClr val="188F75"/>
                </a:solidFill>
                <a:latin typeface="Arial"/>
                <a:ea typeface="Arial"/>
                <a:cs typeface="Arial"/>
              </a:defRPr>
            </a:lvl5pPr>
            <a:lvl6pPr>
              <a:defRPr sz="1350" b="1">
                <a:solidFill>
                  <a:srgbClr val="188F75"/>
                </a:solidFill>
                <a:latin typeface="Arial"/>
                <a:ea typeface="Arial"/>
                <a:cs typeface="Arial"/>
              </a:defRPr>
            </a:lvl6pPr>
            <a:lvl7pPr>
              <a:defRPr sz="1350" b="1">
                <a:solidFill>
                  <a:srgbClr val="188F75"/>
                </a:solidFill>
                <a:latin typeface="Arial"/>
                <a:ea typeface="Arial"/>
                <a:cs typeface="Arial"/>
              </a:defRPr>
            </a:lvl7pPr>
            <a:lvl8pPr>
              <a:defRPr sz="1350" b="1">
                <a:solidFill>
                  <a:srgbClr val="188F75"/>
                </a:solidFill>
                <a:latin typeface="Arial"/>
                <a:ea typeface="Arial"/>
                <a:cs typeface="Arial"/>
              </a:defRPr>
            </a:lvl8pPr>
            <a:lvl9pPr>
              <a:defRPr sz="1350" b="1">
                <a:solidFill>
                  <a:srgbClr val="188F75"/>
                </a:solidFill>
                <a:latin typeface="Arial"/>
                <a:ea typeface="Arial"/>
                <a:cs typeface="Arial"/>
              </a:defRPr>
            </a:lvl9pPr>
          </a:lstStyle>
          <a:p xmlns:a="http://schemas.openxmlformats.org/drawingml/2006/main">
            <a:pPr>
              <a:defRPr sz="1350" b="1">
                <a:solidFill>
                  <a:srgbClr val="188F75"/>
                </a:solidFill>
                <a:latin typeface="Arial"/>
                <a:ea typeface="Arial"/>
                <a:cs typeface="Arial"/>
              </a:defRPr>
            </a:pPr>
            <a:r>
              <a:rPr sz="1350" b="1">
                <a:solidFill>
                  <a:srgbClr val="188F75"/>
                </a:solidFill>
                <a:latin typeface="Arial"/>
                <a:ea typeface="Arial"/>
                <a:cs typeface="Arial"/>
              </a:rPr>
              <a:t>MONETARY VALUE</a:t>
            </a:r>
          </a:p>
        </p:txBody>
      </p:sp>
      <p:sp>
        <p:nvSpPr>
          <p:cNvPr id="16" name="rfm-desc-2">
            <a:extLst xmlns:a="http://schemas.openxmlformats.org/drawingml/2006/main">
              <a:ext uri="{FF2B5EF4-FFF2-40B4-BE49-F238E27FC236}">
                <a16:creationId xmlns:a16="http://schemas.microsoft.com/office/drawing/2014/main" id="{8F96478F-35FA-4428-9DD5-B8F6234D4B3E}"/>
              </a:ext>
            </a:extLst>
          </p:cNvPr>
          <p:cNvSpPr>
            <a:spLocks xmlns:a="http://schemas.openxmlformats.org/drawingml/2006/main" noGrp="1"/>
          </p:cNvSpPr>
          <p:nvPr/>
        </p:nvSpPr>
        <p:spPr>
          <a:xfrm xmlns:a="http://schemas.openxmlformats.org/drawingml/2006/main">
            <a:off x="1714500" y="4743450"/>
            <a:ext cx="7239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defRPr sz="1875" b="0">
                <a:solidFill>
                  <a:srgbClr val="10152B"/>
                </a:solidFill>
                <a:latin typeface="Arial"/>
                <a:ea typeface="Arial"/>
                <a:cs typeface="Arial"/>
              </a:defRPr>
            </a:defPPr>
            <a:lvl1pPr>
              <a:defRPr sz="1875" b="0">
                <a:solidFill>
                  <a:srgbClr val="10152B"/>
                </a:solidFill>
                <a:latin typeface="Arial"/>
                <a:ea typeface="Arial"/>
                <a:cs typeface="Arial"/>
              </a:defRPr>
            </a:lvl1pPr>
            <a:lvl2pPr>
              <a:defRPr sz="1875" b="0">
                <a:solidFill>
                  <a:srgbClr val="10152B"/>
                </a:solidFill>
                <a:latin typeface="Arial"/>
                <a:ea typeface="Arial"/>
                <a:cs typeface="Arial"/>
              </a:defRPr>
            </a:lvl2pPr>
            <a:lvl3pPr>
              <a:defRPr sz="1875" b="0">
                <a:solidFill>
                  <a:srgbClr val="10152B"/>
                </a:solidFill>
                <a:latin typeface="Arial"/>
                <a:ea typeface="Arial"/>
                <a:cs typeface="Arial"/>
              </a:defRPr>
            </a:lvl3pPr>
            <a:lvl4pPr>
              <a:defRPr sz="1875" b="0">
                <a:solidFill>
                  <a:srgbClr val="10152B"/>
                </a:solidFill>
                <a:latin typeface="Arial"/>
                <a:ea typeface="Arial"/>
                <a:cs typeface="Arial"/>
              </a:defRPr>
            </a:lvl4pPr>
            <a:lvl5pPr>
              <a:defRPr sz="1875" b="0">
                <a:solidFill>
                  <a:srgbClr val="10152B"/>
                </a:solidFill>
                <a:latin typeface="Arial"/>
                <a:ea typeface="Arial"/>
                <a:cs typeface="Arial"/>
              </a:defRPr>
            </a:lvl5pPr>
            <a:lvl6pPr>
              <a:defRPr sz="1875" b="0">
                <a:solidFill>
                  <a:srgbClr val="10152B"/>
                </a:solidFill>
                <a:latin typeface="Arial"/>
                <a:ea typeface="Arial"/>
                <a:cs typeface="Arial"/>
              </a:defRPr>
            </a:lvl6pPr>
            <a:lvl7pPr>
              <a:defRPr sz="1875" b="0">
                <a:solidFill>
                  <a:srgbClr val="10152B"/>
                </a:solidFill>
                <a:latin typeface="Arial"/>
                <a:ea typeface="Arial"/>
                <a:cs typeface="Arial"/>
              </a:defRPr>
            </a:lvl7pPr>
            <a:lvl8pPr>
              <a:defRPr sz="1875" b="0">
                <a:solidFill>
                  <a:srgbClr val="10152B"/>
                </a:solidFill>
                <a:latin typeface="Arial"/>
                <a:ea typeface="Arial"/>
                <a:cs typeface="Arial"/>
              </a:defRPr>
            </a:lvl8pPr>
            <a:lvl9pPr>
              <a:defRPr sz="1875" b="0">
                <a:solidFill>
                  <a:srgbClr val="10152B"/>
                </a:solidFill>
                <a:latin typeface="Arial"/>
                <a:ea typeface="Arial"/>
                <a:cs typeface="Arial"/>
              </a:defRPr>
            </a:lvl9pPr>
          </a:lstStyle>
          <a:p xmlns:a="http://schemas.openxmlformats.org/drawingml/2006/main">
            <a:pPr>
              <a:defRPr sz="1875" b="0">
                <a:solidFill>
                  <a:srgbClr val="10152B"/>
                </a:solidFill>
                <a:latin typeface="Arial"/>
                <a:ea typeface="Arial"/>
                <a:cs typeface="Arial"/>
              </a:defRPr>
            </a:pPr>
            <a:r>
              <a:rPr sz="1875" b="0">
                <a:solidFill>
                  <a:srgbClr val="10152B"/>
                </a:solidFill>
                <a:latin typeface="Arial"/>
                <a:ea typeface="Arial"/>
                <a:cs typeface="Arial"/>
              </a:rPr>
              <a:t>How much revenue did the customer bring?</a:t>
            </a:r>
          </a:p>
        </p:txBody>
      </p:sp>
      <p:sp>
        <p:nvSpPr>
          <p:cNvPr id="17" name="rfm-takeaway">
            <a:extLst xmlns:a="http://schemas.openxmlformats.org/drawingml/2006/main">
              <a:ext uri="{FF2B5EF4-FFF2-40B4-BE49-F238E27FC236}">
                <a16:creationId xmlns:a16="http://schemas.microsoft.com/office/drawing/2014/main" id="{5026D0D3-BFB2-48BA-9F1F-886C4E364DAE}"/>
              </a:ext>
            </a:extLst>
          </p:cNvPr>
          <p:cNvSpPr>
            <a:spLocks xmlns:a="http://schemas.openxmlformats.org/drawingml/2006/main" noGrp="1"/>
          </p:cNvSpPr>
          <p:nvPr/>
        </p:nvSpPr>
        <p:spPr>
          <a:xfrm xmlns:a="http://schemas.openxmlformats.org/drawingml/2006/main">
            <a:off x="1714500" y="5562600"/>
            <a:ext cx="9144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defRPr sz="1725" b="1">
                <a:solidFill>
                  <a:srgbClr val="713BCC"/>
                </a:solidFill>
                <a:latin typeface="Arial"/>
                <a:ea typeface="Arial"/>
                <a:cs typeface="Arial"/>
              </a:defRPr>
            </a:defPPr>
            <a:lvl1pPr>
              <a:defRPr sz="1725" b="1">
                <a:solidFill>
                  <a:srgbClr val="713BCC"/>
                </a:solidFill>
                <a:latin typeface="Arial"/>
                <a:ea typeface="Arial"/>
                <a:cs typeface="Arial"/>
              </a:defRPr>
            </a:lvl1pPr>
            <a:lvl2pPr>
              <a:defRPr sz="1725" b="1">
                <a:solidFill>
                  <a:srgbClr val="713BCC"/>
                </a:solidFill>
                <a:latin typeface="Arial"/>
                <a:ea typeface="Arial"/>
                <a:cs typeface="Arial"/>
              </a:defRPr>
            </a:lvl2pPr>
            <a:lvl3pPr>
              <a:defRPr sz="1725" b="1">
                <a:solidFill>
                  <a:srgbClr val="713BCC"/>
                </a:solidFill>
                <a:latin typeface="Arial"/>
                <a:ea typeface="Arial"/>
                <a:cs typeface="Arial"/>
              </a:defRPr>
            </a:lvl3pPr>
            <a:lvl4pPr>
              <a:defRPr sz="1725" b="1">
                <a:solidFill>
                  <a:srgbClr val="713BCC"/>
                </a:solidFill>
                <a:latin typeface="Arial"/>
                <a:ea typeface="Arial"/>
                <a:cs typeface="Arial"/>
              </a:defRPr>
            </a:lvl4pPr>
            <a:lvl5pPr>
              <a:defRPr sz="1725" b="1">
                <a:solidFill>
                  <a:srgbClr val="713BCC"/>
                </a:solidFill>
                <a:latin typeface="Arial"/>
                <a:ea typeface="Arial"/>
                <a:cs typeface="Arial"/>
              </a:defRPr>
            </a:lvl5pPr>
            <a:lvl6pPr>
              <a:defRPr sz="1725" b="1">
                <a:solidFill>
                  <a:srgbClr val="713BCC"/>
                </a:solidFill>
                <a:latin typeface="Arial"/>
                <a:ea typeface="Arial"/>
                <a:cs typeface="Arial"/>
              </a:defRPr>
            </a:lvl6pPr>
            <a:lvl7pPr>
              <a:defRPr sz="1725" b="1">
                <a:solidFill>
                  <a:srgbClr val="713BCC"/>
                </a:solidFill>
                <a:latin typeface="Arial"/>
                <a:ea typeface="Arial"/>
                <a:cs typeface="Arial"/>
              </a:defRPr>
            </a:lvl7pPr>
            <a:lvl8pPr>
              <a:defRPr sz="1725" b="1">
                <a:solidFill>
                  <a:srgbClr val="713BCC"/>
                </a:solidFill>
                <a:latin typeface="Arial"/>
                <a:ea typeface="Arial"/>
                <a:cs typeface="Arial"/>
              </a:defRPr>
            </a:lvl8pPr>
            <a:lvl9pPr>
              <a:defRPr sz="1725" b="1">
                <a:solidFill>
                  <a:srgbClr val="713BCC"/>
                </a:solidFill>
                <a:latin typeface="Arial"/>
                <a:ea typeface="Arial"/>
                <a:cs typeface="Arial"/>
              </a:defRPr>
            </a:lvl9pPr>
          </a:lstStyle>
          <a:p xmlns:a="http://schemas.openxmlformats.org/drawingml/2006/main">
            <a:pPr>
              <a:defRPr sz="1725" b="1">
                <a:solidFill>
                  <a:srgbClr val="713BCC"/>
                </a:solidFill>
                <a:latin typeface="Arial"/>
                <a:ea typeface="Arial"/>
                <a:cs typeface="Arial"/>
              </a:defRPr>
            </a:pPr>
            <a:r>
              <a:rPr sz="1725" b="1">
                <a:solidFill>
                  <a:srgbClr val="713BCC"/>
                </a:solidFill>
                <a:latin typeface="Arial"/>
                <a:ea typeface="Arial"/>
                <a:cs typeface="Arial"/>
              </a:rPr>
              <a:t>A simple score makes different customer behaviours easier to compare.</a:t>
            </a:r>
          </a:p>
        </p:txBody>
      </p:sp>
      <p:sp>
        <p:nvSpPr>
          <p:cNvPr id="18" name="footer-divider">
            <a:extLst xmlns:a="http://schemas.openxmlformats.org/drawingml/2006/main">
              <a:ext uri="{FF2B5EF4-FFF2-40B4-BE49-F238E27FC236}">
                <a16:creationId xmlns:a16="http://schemas.microsoft.com/office/drawing/2014/main" id="{D9530C03-BFD0-4211-840D-DB5D8A24F80C}"/>
              </a:ext>
            </a:extLst>
          </p:cNvPr>
          <p:cNvSpPr>
            <a:spLocks xmlns:a="http://schemas.openxmlformats.org/drawingml/2006/main" noGrp="1"/>
          </p:cNvSpPr>
          <p:nvPr/>
        </p:nvSpPr>
        <p:spPr>
          <a:xfrm xmlns:a="http://schemas.openxmlformats.org/drawingml/2006/main">
            <a:off x="685800" y="6210300"/>
            <a:ext cx="10810875" cy="0"/>
          </a:xfrm>
          <a:prstGeom xmlns:a="http://schemas.openxmlformats.org/drawingml/2006/main" prst="line">
            <a:avLst/>
          </a:prstGeom>
          <a:noFill xmlns:a="http://schemas.openxmlformats.org/drawingml/2006/main"/>
          <a:ln xmlns:a="http://schemas.openxmlformats.org/drawingml/2006/main" w="19050">
            <a:solidFill>
              <a:srgbClr val="D9DCE7"/>
            </a:solidFill>
            <a:prstDash val="solid"/>
          </a:ln>
        </p:spPr>
      </p:sp>
      <p:sp>
        <p:nvSpPr>
          <p:cNvPr id="19" name="footer">
            <a:extLst xmlns:a="http://schemas.openxmlformats.org/drawingml/2006/main">
              <a:ext uri="{FF2B5EF4-FFF2-40B4-BE49-F238E27FC236}">
                <a16:creationId xmlns:a16="http://schemas.microsoft.com/office/drawing/2014/main" id="{708E0B97-7FA9-4B98-81AA-3B0474120D6D}"/>
              </a:ext>
            </a:extLst>
          </p:cNvPr>
          <p:cNvSpPr>
            <a:spLocks xmlns:a="http://schemas.openxmlformats.org/drawingml/2006/main" noGrp="1"/>
          </p:cNvSpPr>
          <p:nvPr/>
        </p:nvSpPr>
        <p:spPr>
          <a:xfrm xmlns:a="http://schemas.openxmlformats.org/drawingml/2006/main">
            <a:off x="685800" y="6362700"/>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defRPr sz="975" b="1">
                <a:solidFill>
                  <a:srgbClr val="596176"/>
                </a:solidFill>
                <a:latin typeface="Arial"/>
                <a:ea typeface="Arial"/>
                <a:cs typeface="Arial"/>
              </a:defRPr>
            </a:defPPr>
            <a:lvl1pPr>
              <a:defRPr sz="975" b="1">
                <a:solidFill>
                  <a:srgbClr val="596176"/>
                </a:solidFill>
                <a:latin typeface="Arial"/>
                <a:ea typeface="Arial"/>
                <a:cs typeface="Arial"/>
              </a:defRPr>
            </a:lvl1pPr>
            <a:lvl2pPr>
              <a:defRPr sz="975" b="1">
                <a:solidFill>
                  <a:srgbClr val="596176"/>
                </a:solidFill>
                <a:latin typeface="Arial"/>
                <a:ea typeface="Arial"/>
                <a:cs typeface="Arial"/>
              </a:defRPr>
            </a:lvl2pPr>
            <a:lvl3pPr>
              <a:defRPr sz="975" b="1">
                <a:solidFill>
                  <a:srgbClr val="596176"/>
                </a:solidFill>
                <a:latin typeface="Arial"/>
                <a:ea typeface="Arial"/>
                <a:cs typeface="Arial"/>
              </a:defRPr>
            </a:lvl3pPr>
            <a:lvl4pPr>
              <a:defRPr sz="975" b="1">
                <a:solidFill>
                  <a:srgbClr val="596176"/>
                </a:solidFill>
                <a:latin typeface="Arial"/>
                <a:ea typeface="Arial"/>
                <a:cs typeface="Arial"/>
              </a:defRPr>
            </a:lvl4pPr>
            <a:lvl5pPr>
              <a:defRPr sz="975" b="1">
                <a:solidFill>
                  <a:srgbClr val="596176"/>
                </a:solidFill>
                <a:latin typeface="Arial"/>
                <a:ea typeface="Arial"/>
                <a:cs typeface="Arial"/>
              </a:defRPr>
            </a:lvl5pPr>
            <a:lvl6pPr>
              <a:defRPr sz="975" b="1">
                <a:solidFill>
                  <a:srgbClr val="596176"/>
                </a:solidFill>
                <a:latin typeface="Arial"/>
                <a:ea typeface="Arial"/>
                <a:cs typeface="Arial"/>
              </a:defRPr>
            </a:lvl6pPr>
            <a:lvl7pPr>
              <a:defRPr sz="975" b="1">
                <a:solidFill>
                  <a:srgbClr val="596176"/>
                </a:solidFill>
                <a:latin typeface="Arial"/>
                <a:ea typeface="Arial"/>
                <a:cs typeface="Arial"/>
              </a:defRPr>
            </a:lvl7pPr>
            <a:lvl8pPr>
              <a:defRPr sz="975" b="1">
                <a:solidFill>
                  <a:srgbClr val="596176"/>
                </a:solidFill>
                <a:latin typeface="Arial"/>
                <a:ea typeface="Arial"/>
                <a:cs typeface="Arial"/>
              </a:defRPr>
            </a:lvl8pPr>
            <a:lvl9pPr>
              <a:defRPr sz="975" b="1">
                <a:solidFill>
                  <a:srgbClr val="596176"/>
                </a:solidFill>
                <a:latin typeface="Arial"/>
                <a:ea typeface="Arial"/>
                <a:cs typeface="Arial"/>
              </a:defRPr>
            </a:lvl9pPr>
          </a:lstStyle>
          <a:p xmlns:a="http://schemas.openxmlformats.org/drawingml/2006/main">
            <a:pPr>
              <a:defRPr sz="975" b="1">
                <a:solidFill>
                  <a:srgbClr val="596176"/>
                </a:solidFill>
                <a:latin typeface="Arial"/>
                <a:ea typeface="Arial"/>
                <a:cs typeface="Arial"/>
              </a:defRPr>
            </a:pPr>
            <a:r>
              <a:rPr sz="975" b="1">
                <a:solidFill>
                  <a:srgbClr val="596176"/>
                </a:solidFill>
                <a:latin typeface="Arial"/>
                <a:ea typeface="Arial"/>
                <a:cs typeface="Arial"/>
              </a:rPr>
              <a:t>DAY 5 FUTURES REPORT  |  PRACTICE DATA UNLESS STATED</a:t>
            </a:r>
          </a:p>
        </p:txBody>
      </p:sp>
      <p:sp>
        <p:nvSpPr>
          <p:cNvPr id="20" name="page-number">
            <a:extLst xmlns:a="http://schemas.openxmlformats.org/drawingml/2006/main">
              <a:ext uri="{FF2B5EF4-FFF2-40B4-BE49-F238E27FC236}">
                <a16:creationId xmlns:a16="http://schemas.microsoft.com/office/drawing/2014/main" id="{8485BEF1-772B-4EB8-9050-968325543549}"/>
              </a:ext>
            </a:extLst>
          </p:cNvPr>
          <p:cNvSpPr>
            <a:spLocks xmlns:a="http://schemas.openxmlformats.org/drawingml/2006/main" noGrp="1"/>
          </p:cNvSpPr>
          <p:nvPr/>
        </p:nvSpPr>
        <p:spPr>
          <a:xfrm xmlns:a="http://schemas.openxmlformats.org/drawingml/2006/main">
            <a:off x="11049000" y="6334125"/>
            <a:ext cx="4286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defRPr sz="1125" b="1">
                <a:solidFill>
                  <a:srgbClr val="713BCC"/>
                </a:solidFill>
                <a:latin typeface="Arial"/>
                <a:ea typeface="Arial"/>
                <a:cs typeface="Arial"/>
              </a:defRPr>
            </a:defPPr>
            <a:lvl1pPr>
              <a:defRPr sz="1125" b="1">
                <a:solidFill>
                  <a:srgbClr val="713BCC"/>
                </a:solidFill>
                <a:latin typeface="Arial"/>
                <a:ea typeface="Arial"/>
                <a:cs typeface="Arial"/>
              </a:defRPr>
            </a:lvl1pPr>
            <a:lvl2pPr>
              <a:defRPr sz="1125" b="1">
                <a:solidFill>
                  <a:srgbClr val="713BCC"/>
                </a:solidFill>
                <a:latin typeface="Arial"/>
                <a:ea typeface="Arial"/>
                <a:cs typeface="Arial"/>
              </a:defRPr>
            </a:lvl2pPr>
            <a:lvl3pPr>
              <a:defRPr sz="1125" b="1">
                <a:solidFill>
                  <a:srgbClr val="713BCC"/>
                </a:solidFill>
                <a:latin typeface="Arial"/>
                <a:ea typeface="Arial"/>
                <a:cs typeface="Arial"/>
              </a:defRPr>
            </a:lvl3pPr>
            <a:lvl4pPr>
              <a:defRPr sz="1125" b="1">
                <a:solidFill>
                  <a:srgbClr val="713BCC"/>
                </a:solidFill>
                <a:latin typeface="Arial"/>
                <a:ea typeface="Arial"/>
                <a:cs typeface="Arial"/>
              </a:defRPr>
            </a:lvl4pPr>
            <a:lvl5pPr>
              <a:defRPr sz="1125" b="1">
                <a:solidFill>
                  <a:srgbClr val="713BCC"/>
                </a:solidFill>
                <a:latin typeface="Arial"/>
                <a:ea typeface="Arial"/>
                <a:cs typeface="Arial"/>
              </a:defRPr>
            </a:lvl5pPr>
            <a:lvl6pPr>
              <a:defRPr sz="1125" b="1">
                <a:solidFill>
                  <a:srgbClr val="713BCC"/>
                </a:solidFill>
                <a:latin typeface="Arial"/>
                <a:ea typeface="Arial"/>
                <a:cs typeface="Arial"/>
              </a:defRPr>
            </a:lvl6pPr>
            <a:lvl7pPr>
              <a:defRPr sz="1125" b="1">
                <a:solidFill>
                  <a:srgbClr val="713BCC"/>
                </a:solidFill>
                <a:latin typeface="Arial"/>
                <a:ea typeface="Arial"/>
                <a:cs typeface="Arial"/>
              </a:defRPr>
            </a:lvl7pPr>
            <a:lvl8pPr>
              <a:defRPr sz="1125" b="1">
                <a:solidFill>
                  <a:srgbClr val="713BCC"/>
                </a:solidFill>
                <a:latin typeface="Arial"/>
                <a:ea typeface="Arial"/>
                <a:cs typeface="Arial"/>
              </a:defRPr>
            </a:lvl8pPr>
            <a:lvl9pPr>
              <a:defRPr sz="1125" b="1">
                <a:solidFill>
                  <a:srgbClr val="713BCC"/>
                </a:solidFill>
                <a:latin typeface="Arial"/>
                <a:ea typeface="Arial"/>
                <a:cs typeface="Arial"/>
              </a:defRPr>
            </a:lvl9pPr>
          </a:lstStyle>
          <a:p xmlns:a="http://schemas.openxmlformats.org/drawingml/2006/main">
            <a:pPr>
              <a:defRPr sz="1125" b="1">
                <a:solidFill>
                  <a:srgbClr val="713BCC"/>
                </a:solidFill>
                <a:latin typeface="Arial"/>
                <a:ea typeface="Arial"/>
                <a:cs typeface="Arial"/>
              </a:defRPr>
            </a:pPr>
            <a:r>
              <a:rPr sz="1125" b="1">
                <a:solidFill>
                  <a:srgbClr val="713BCC"/>
                </a:solidFill>
                <a:latin typeface="Arial"/>
                <a:ea typeface="Arial"/>
                <a:cs typeface="Arial"/>
              </a:rPr>
              <a:t>01</a:t>
            </a:r>
          </a:p>
        </p:txBody>
      </p:sp>
    </p:spTree>
    <p:extLst>
      <p:ext uri="{BB962C8B-B14F-4D97-AF65-F5344CB8AC3E}">
        <p14:creationId xmlns:p14="http://schemas.microsoft.com/office/powerpoint/2010/main" val="2073038217"/>
      </p:ext>
    </p:extLst>
  </p:cSld>
</p:sld>
</file>

<file path=ppt/slides/slide2.xml><?xml version="1.0" encoding="utf-8"?>
<p:sld xmlns:p="http://schemas.openxmlformats.org/presentationml/2006/main">
  <p:cSld>
    <p:bg>
      <p:bgPr>
        <a:solidFill xmlns:a="http://schemas.openxmlformats.org/drawingml/2006/main">
          <a:srgbClr val="F7F7FB"/>
        </a:solidFill>
      </p:bgPr>
    </p:bg>
    <p:spTree>
      <p:nvGrpSpPr>
        <p:cNvPr id="1" name=""/>
        <p:cNvGrpSpPr/>
        <p:nvPr/>
      </p:nvGrpSpPr>
      <p:grpSpPr>
        <a:xfrm xmlns:a="http://schemas.openxmlformats.org/drawingml/2006/main"/>
      </p:grpSpPr>
      <p:sp>
        <p:nvSpPr>
          <p:cNvPr id="33" name="accent-rule">
            <a:extLst xmlns:a="http://schemas.openxmlformats.org/drawingml/2006/main">
              <a:ext uri="{FF2B5EF4-FFF2-40B4-BE49-F238E27FC236}">
                <a16:creationId xmlns:a16="http://schemas.microsoft.com/office/drawing/2014/main" id="{3C895308-0E22-4A52-A224-F2ECA75C660F}"/>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713BCC"/>
          </a:solidFill>
          <a:ln xmlns:a="http://schemas.openxmlformats.org/drawingml/2006/main" w="0">
            <a:noFill/>
            <a:prstDash val="solid"/>
          </a:ln>
        </p:spPr>
      </p:sp>
      <p:sp>
        <p:nvSpPr>
          <p:cNvPr id="2" name="presenter-label">
            <a:extLst xmlns:a="http://schemas.openxmlformats.org/drawingml/2006/main">
              <a:ext uri="{FF2B5EF4-FFF2-40B4-BE49-F238E27FC236}">
                <a16:creationId xmlns:a16="http://schemas.microsoft.com/office/drawing/2014/main" id="{5B76922D-E10D-4349-8025-6A82DBE04F76}"/>
              </a:ext>
            </a:extLst>
          </p:cNvPr>
          <p:cNvSpPr>
            <a:spLocks xmlns:a="http://schemas.openxmlformats.org/drawingml/2006/main" noGrp="1"/>
          </p:cNvSpPr>
          <p:nvPr/>
        </p:nvSpPr>
        <p:spPr>
          <a:xfrm xmlns:a="http://schemas.openxmlformats.org/drawingml/2006/main">
            <a:off x="666750" y="342900"/>
            <a:ext cx="857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defRPr sz="1200" b="1">
                <a:solidFill>
                  <a:srgbClr val="713BCC"/>
                </a:solidFill>
                <a:latin typeface="Arial"/>
                <a:ea typeface="Arial"/>
                <a:cs typeface="Arial"/>
              </a:defRPr>
            </a:defPPr>
            <a:lvl1pPr>
              <a:defRPr sz="1200" b="1">
                <a:solidFill>
                  <a:srgbClr val="713BCC"/>
                </a:solidFill>
                <a:latin typeface="Arial"/>
                <a:ea typeface="Arial"/>
                <a:cs typeface="Arial"/>
              </a:defRPr>
            </a:lvl1pPr>
            <a:lvl2pPr>
              <a:defRPr sz="1200" b="1">
                <a:solidFill>
                  <a:srgbClr val="713BCC"/>
                </a:solidFill>
                <a:latin typeface="Arial"/>
                <a:ea typeface="Arial"/>
                <a:cs typeface="Arial"/>
              </a:defRPr>
            </a:lvl2pPr>
            <a:lvl3pPr>
              <a:defRPr sz="1200" b="1">
                <a:solidFill>
                  <a:srgbClr val="713BCC"/>
                </a:solidFill>
                <a:latin typeface="Arial"/>
                <a:ea typeface="Arial"/>
                <a:cs typeface="Arial"/>
              </a:defRPr>
            </a:lvl3pPr>
            <a:lvl4pPr>
              <a:defRPr sz="1200" b="1">
                <a:solidFill>
                  <a:srgbClr val="713BCC"/>
                </a:solidFill>
                <a:latin typeface="Arial"/>
                <a:ea typeface="Arial"/>
                <a:cs typeface="Arial"/>
              </a:defRPr>
            </a:lvl4pPr>
            <a:lvl5pPr>
              <a:defRPr sz="1200" b="1">
                <a:solidFill>
                  <a:srgbClr val="713BCC"/>
                </a:solidFill>
                <a:latin typeface="Arial"/>
                <a:ea typeface="Arial"/>
                <a:cs typeface="Arial"/>
              </a:defRPr>
            </a:lvl5pPr>
            <a:lvl6pPr>
              <a:defRPr sz="1200" b="1">
                <a:solidFill>
                  <a:srgbClr val="713BCC"/>
                </a:solidFill>
                <a:latin typeface="Arial"/>
                <a:ea typeface="Arial"/>
                <a:cs typeface="Arial"/>
              </a:defRPr>
            </a:lvl6pPr>
            <a:lvl7pPr>
              <a:defRPr sz="1200" b="1">
                <a:solidFill>
                  <a:srgbClr val="713BCC"/>
                </a:solidFill>
                <a:latin typeface="Arial"/>
                <a:ea typeface="Arial"/>
                <a:cs typeface="Arial"/>
              </a:defRPr>
            </a:lvl7pPr>
            <a:lvl8pPr>
              <a:defRPr sz="1200" b="1">
                <a:solidFill>
                  <a:srgbClr val="713BCC"/>
                </a:solidFill>
                <a:latin typeface="Arial"/>
                <a:ea typeface="Arial"/>
                <a:cs typeface="Arial"/>
              </a:defRPr>
            </a:lvl8pPr>
            <a:lvl9pPr>
              <a:defRPr sz="1200" b="1">
                <a:solidFill>
                  <a:srgbClr val="713BCC"/>
                </a:solidFill>
                <a:latin typeface="Arial"/>
                <a:ea typeface="Arial"/>
                <a:cs typeface="Arial"/>
              </a:defRPr>
            </a:lvl9pPr>
          </a:lstStyle>
          <a:p xmlns:a="http://schemas.openxmlformats.org/drawingml/2006/main">
            <a:pPr>
              <a:defRPr sz="1200" b="1">
                <a:solidFill>
                  <a:srgbClr val="713BCC"/>
                </a:solidFill>
                <a:latin typeface="Arial"/>
                <a:ea typeface="Arial"/>
                <a:cs typeface="Arial"/>
              </a:defRPr>
            </a:pPr>
            <a:r>
              <a:rPr sz="1200" b="1">
                <a:solidFill>
                  <a:srgbClr val="713BCC"/>
                </a:solidFill>
                <a:latin typeface="Arial"/>
                <a:ea typeface="Arial"/>
                <a:cs typeface="Arial"/>
              </a:rPr>
              <a:t>JOCHEBED  /  CUSTOMER SEGMENTATION</a:t>
            </a:r>
          </a:p>
        </p:txBody>
      </p:sp>
      <p:sp>
        <p:nvSpPr>
          <p:cNvPr id="3" name="slide-title">
            <a:extLst xmlns:a="http://schemas.openxmlformats.org/drawingml/2006/main">
              <a:ext uri="{FF2B5EF4-FFF2-40B4-BE49-F238E27FC236}">
                <a16:creationId xmlns:a16="http://schemas.microsoft.com/office/drawing/2014/main" id="{08894A55-8081-4A5A-9DF3-83BECF47BD52}"/>
              </a:ext>
            </a:extLst>
          </p:cNvPr>
          <p:cNvSpPr>
            <a:spLocks xmlns:a="http://schemas.openxmlformats.org/drawingml/2006/main" noGrp="1"/>
          </p:cNvSpPr>
          <p:nvPr/>
        </p:nvSpPr>
        <p:spPr>
          <a:xfrm xmlns:a="http://schemas.openxmlformats.org/drawingml/2006/main">
            <a:off x="666750" y="790575"/>
            <a:ext cx="10858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defRPr sz="3150" b="1">
                <a:solidFill>
                  <a:srgbClr val="10152B"/>
                </a:solidFill>
                <a:latin typeface="Arial"/>
                <a:ea typeface="Arial"/>
                <a:cs typeface="Arial"/>
              </a:defRPr>
            </a:defPPr>
            <a:lvl1pPr>
              <a:defRPr sz="3150" b="1">
                <a:solidFill>
                  <a:srgbClr val="10152B"/>
                </a:solidFill>
                <a:latin typeface="Arial"/>
                <a:ea typeface="Arial"/>
                <a:cs typeface="Arial"/>
              </a:defRPr>
            </a:lvl1pPr>
            <a:lvl2pPr>
              <a:defRPr sz="3150" b="1">
                <a:solidFill>
                  <a:srgbClr val="10152B"/>
                </a:solidFill>
                <a:latin typeface="Arial"/>
                <a:ea typeface="Arial"/>
                <a:cs typeface="Arial"/>
              </a:defRPr>
            </a:lvl2pPr>
            <a:lvl3pPr>
              <a:defRPr sz="3150" b="1">
                <a:solidFill>
                  <a:srgbClr val="10152B"/>
                </a:solidFill>
                <a:latin typeface="Arial"/>
                <a:ea typeface="Arial"/>
                <a:cs typeface="Arial"/>
              </a:defRPr>
            </a:lvl3pPr>
            <a:lvl4pPr>
              <a:defRPr sz="3150" b="1">
                <a:solidFill>
                  <a:srgbClr val="10152B"/>
                </a:solidFill>
                <a:latin typeface="Arial"/>
                <a:ea typeface="Arial"/>
                <a:cs typeface="Arial"/>
              </a:defRPr>
            </a:lvl4pPr>
            <a:lvl5pPr>
              <a:defRPr sz="3150" b="1">
                <a:solidFill>
                  <a:srgbClr val="10152B"/>
                </a:solidFill>
                <a:latin typeface="Arial"/>
                <a:ea typeface="Arial"/>
                <a:cs typeface="Arial"/>
              </a:defRPr>
            </a:lvl5pPr>
            <a:lvl6pPr>
              <a:defRPr sz="3150" b="1">
                <a:solidFill>
                  <a:srgbClr val="10152B"/>
                </a:solidFill>
                <a:latin typeface="Arial"/>
                <a:ea typeface="Arial"/>
                <a:cs typeface="Arial"/>
              </a:defRPr>
            </a:lvl6pPr>
            <a:lvl7pPr>
              <a:defRPr sz="3150" b="1">
                <a:solidFill>
                  <a:srgbClr val="10152B"/>
                </a:solidFill>
                <a:latin typeface="Arial"/>
                <a:ea typeface="Arial"/>
                <a:cs typeface="Arial"/>
              </a:defRPr>
            </a:lvl7pPr>
            <a:lvl8pPr>
              <a:defRPr sz="3150" b="1">
                <a:solidFill>
                  <a:srgbClr val="10152B"/>
                </a:solidFill>
                <a:latin typeface="Arial"/>
                <a:ea typeface="Arial"/>
                <a:cs typeface="Arial"/>
              </a:defRPr>
            </a:lvl8pPr>
            <a:lvl9pPr>
              <a:defRPr sz="3150" b="1">
                <a:solidFill>
                  <a:srgbClr val="10152B"/>
                </a:solidFill>
                <a:latin typeface="Arial"/>
                <a:ea typeface="Arial"/>
                <a:cs typeface="Arial"/>
              </a:defRPr>
            </a:lvl9pPr>
          </a:lstStyle>
          <a:p xmlns:a="http://schemas.openxmlformats.org/drawingml/2006/main">
            <a:pPr>
              <a:defRPr sz="3150" b="1">
                <a:solidFill>
                  <a:srgbClr val="10152B"/>
                </a:solidFill>
                <a:latin typeface="Arial"/>
                <a:ea typeface="Arial"/>
                <a:cs typeface="Arial"/>
              </a:defRPr>
            </a:pPr>
            <a:r>
              <a:rPr sz="3150" b="1">
                <a:solidFill>
                  <a:srgbClr val="10152B"/>
                </a:solidFill>
                <a:latin typeface="Arial"/>
                <a:ea typeface="Arial"/>
                <a:cs typeface="Arial"/>
              </a:rPr>
              <a:t>Champions lead revenue per customer</a:t>
            </a:r>
          </a:p>
        </p:txBody>
      </p:sp>
      <p:sp>
        <p:nvSpPr>
          <p:cNvPr id="4" name="slide-subtitle">
            <a:extLst xmlns:a="http://schemas.openxmlformats.org/drawingml/2006/main">
              <a:ext uri="{FF2B5EF4-FFF2-40B4-BE49-F238E27FC236}">
                <a16:creationId xmlns:a16="http://schemas.microsoft.com/office/drawing/2014/main" id="{49EBF487-6515-4E07-BE42-3FC476DE9F81}"/>
              </a:ext>
            </a:extLst>
          </p:cNvPr>
          <p:cNvSpPr>
            <a:spLocks xmlns:a="http://schemas.openxmlformats.org/drawingml/2006/main" noGrp="1"/>
          </p:cNvSpPr>
          <p:nvPr/>
        </p:nvSpPr>
        <p:spPr>
          <a:xfrm xmlns:a="http://schemas.openxmlformats.org/drawingml/2006/main">
            <a:off x="685800" y="1524000"/>
            <a:ext cx="10668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defRPr sz="1725" b="0">
                <a:solidFill>
                  <a:srgbClr val="596176"/>
                </a:solidFill>
                <a:latin typeface="Arial"/>
                <a:ea typeface="Arial"/>
                <a:cs typeface="Arial"/>
              </a:defRPr>
            </a:defPPr>
            <a:lvl1pPr>
              <a:defRPr sz="1725" b="0">
                <a:solidFill>
                  <a:srgbClr val="596176"/>
                </a:solidFill>
                <a:latin typeface="Arial"/>
                <a:ea typeface="Arial"/>
                <a:cs typeface="Arial"/>
              </a:defRPr>
            </a:lvl1pPr>
            <a:lvl2pPr>
              <a:defRPr sz="1725" b="0">
                <a:solidFill>
                  <a:srgbClr val="596176"/>
                </a:solidFill>
                <a:latin typeface="Arial"/>
                <a:ea typeface="Arial"/>
                <a:cs typeface="Arial"/>
              </a:defRPr>
            </a:lvl2pPr>
            <a:lvl3pPr>
              <a:defRPr sz="1725" b="0">
                <a:solidFill>
                  <a:srgbClr val="596176"/>
                </a:solidFill>
                <a:latin typeface="Arial"/>
                <a:ea typeface="Arial"/>
                <a:cs typeface="Arial"/>
              </a:defRPr>
            </a:lvl3pPr>
            <a:lvl4pPr>
              <a:defRPr sz="1725" b="0">
                <a:solidFill>
                  <a:srgbClr val="596176"/>
                </a:solidFill>
                <a:latin typeface="Arial"/>
                <a:ea typeface="Arial"/>
                <a:cs typeface="Arial"/>
              </a:defRPr>
            </a:lvl4pPr>
            <a:lvl5pPr>
              <a:defRPr sz="1725" b="0">
                <a:solidFill>
                  <a:srgbClr val="596176"/>
                </a:solidFill>
                <a:latin typeface="Arial"/>
                <a:ea typeface="Arial"/>
                <a:cs typeface="Arial"/>
              </a:defRPr>
            </a:lvl5pPr>
            <a:lvl6pPr>
              <a:defRPr sz="1725" b="0">
                <a:solidFill>
                  <a:srgbClr val="596176"/>
                </a:solidFill>
                <a:latin typeface="Arial"/>
                <a:ea typeface="Arial"/>
                <a:cs typeface="Arial"/>
              </a:defRPr>
            </a:lvl6pPr>
            <a:lvl7pPr>
              <a:defRPr sz="1725" b="0">
                <a:solidFill>
                  <a:srgbClr val="596176"/>
                </a:solidFill>
                <a:latin typeface="Arial"/>
                <a:ea typeface="Arial"/>
                <a:cs typeface="Arial"/>
              </a:defRPr>
            </a:lvl7pPr>
            <a:lvl8pPr>
              <a:defRPr sz="1725" b="0">
                <a:solidFill>
                  <a:srgbClr val="596176"/>
                </a:solidFill>
                <a:latin typeface="Arial"/>
                <a:ea typeface="Arial"/>
                <a:cs typeface="Arial"/>
              </a:defRPr>
            </a:lvl8pPr>
            <a:lvl9pPr>
              <a:defRPr sz="1725" b="0">
                <a:solidFill>
                  <a:srgbClr val="596176"/>
                </a:solidFill>
                <a:latin typeface="Arial"/>
                <a:ea typeface="Arial"/>
                <a:cs typeface="Arial"/>
              </a:defRPr>
            </a:lvl9pPr>
          </a:lstStyle>
          <a:p xmlns:a="http://schemas.openxmlformats.org/drawingml/2006/main">
            <a:pPr>
              <a:defRPr sz="1725" b="0">
                <a:solidFill>
                  <a:srgbClr val="596176"/>
                </a:solidFill>
                <a:latin typeface="Arial"/>
                <a:ea typeface="Arial"/>
                <a:cs typeface="Arial"/>
              </a:defRPr>
            </a:pPr>
            <a:r>
              <a:rPr sz="1725" b="0">
                <a:solidFill>
                  <a:srgbClr val="596176"/>
                </a:solidFill>
                <a:latin typeface="Arial"/>
                <a:ea typeface="Arial"/>
                <a:cs typeface="Arial"/>
              </a:rPr>
              <a:t>D4 practice data: 400 customers classified into five RFM segments.</a:t>
            </a:r>
          </a:p>
        </p:txBody>
      </p:sp>
      <p:sp>
        <p:nvSpPr>
          <p:cNvPr id="5" name="title-divider">
            <a:extLst xmlns:a="http://schemas.openxmlformats.org/drawingml/2006/main">
              <a:ext uri="{FF2B5EF4-FFF2-40B4-BE49-F238E27FC236}">
                <a16:creationId xmlns:a16="http://schemas.microsoft.com/office/drawing/2014/main" id="{CCA4B553-E1AA-41EB-93B0-2C1854045DA0}"/>
              </a:ext>
            </a:extLst>
          </p:cNvPr>
          <p:cNvSpPr>
            <a:spLocks xmlns:a="http://schemas.openxmlformats.org/drawingml/2006/main" noGrp="1"/>
          </p:cNvSpPr>
          <p:nvPr/>
        </p:nvSpPr>
        <p:spPr>
          <a:xfrm xmlns:a="http://schemas.openxmlformats.org/drawingml/2006/main">
            <a:off x="685800" y="2038350"/>
            <a:ext cx="10810875" cy="0"/>
          </a:xfrm>
          <a:prstGeom xmlns:a="http://schemas.openxmlformats.org/drawingml/2006/main" prst="line">
            <a:avLst/>
          </a:prstGeom>
          <a:noFill xmlns:a="http://schemas.openxmlformats.org/drawingml/2006/main"/>
          <a:ln xmlns:a="http://schemas.openxmlformats.org/drawingml/2006/main" w="19050">
            <a:solidFill>
              <a:srgbClr val="D9DCE7"/>
            </a:solidFill>
            <a:prstDash val="solid"/>
          </a:ln>
        </p:spPr>
      </p:sp>
      <p:sp>
        <p:nvSpPr>
          <p:cNvPr id="6" name="hdr-0">
            <a:extLst xmlns:a="http://schemas.openxmlformats.org/drawingml/2006/main">
              <a:ext uri="{FF2B5EF4-FFF2-40B4-BE49-F238E27FC236}">
                <a16:creationId xmlns:a16="http://schemas.microsoft.com/office/drawing/2014/main" id="{27F09B68-C98D-41A6-AA36-95C1141583A7}"/>
              </a:ext>
            </a:extLst>
          </p:cNvPr>
          <p:cNvSpPr>
            <a:spLocks xmlns:a="http://schemas.openxmlformats.org/drawingml/2006/main" noGrp="1"/>
          </p:cNvSpPr>
          <p:nvPr/>
        </p:nvSpPr>
        <p:spPr>
          <a:xfrm xmlns:a="http://schemas.openxmlformats.org/drawingml/2006/main">
            <a:off x="685800" y="2333625"/>
            <a:ext cx="295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defRPr sz="1200" b="1">
                <a:solidFill>
                  <a:srgbClr val="596176"/>
                </a:solidFill>
                <a:latin typeface="Arial"/>
                <a:ea typeface="Arial"/>
                <a:cs typeface="Arial"/>
              </a:defRPr>
            </a:defPPr>
            <a:lvl1pPr>
              <a:defRPr sz="1200" b="1">
                <a:solidFill>
                  <a:srgbClr val="596176"/>
                </a:solidFill>
                <a:latin typeface="Arial"/>
                <a:ea typeface="Arial"/>
                <a:cs typeface="Arial"/>
              </a:defRPr>
            </a:lvl1pPr>
            <a:lvl2pPr>
              <a:defRPr sz="1200" b="1">
                <a:solidFill>
                  <a:srgbClr val="596176"/>
                </a:solidFill>
                <a:latin typeface="Arial"/>
                <a:ea typeface="Arial"/>
                <a:cs typeface="Arial"/>
              </a:defRPr>
            </a:lvl2pPr>
            <a:lvl3pPr>
              <a:defRPr sz="1200" b="1">
                <a:solidFill>
                  <a:srgbClr val="596176"/>
                </a:solidFill>
                <a:latin typeface="Arial"/>
                <a:ea typeface="Arial"/>
                <a:cs typeface="Arial"/>
              </a:defRPr>
            </a:lvl3pPr>
            <a:lvl4pPr>
              <a:defRPr sz="1200" b="1">
                <a:solidFill>
                  <a:srgbClr val="596176"/>
                </a:solidFill>
                <a:latin typeface="Arial"/>
                <a:ea typeface="Arial"/>
                <a:cs typeface="Arial"/>
              </a:defRPr>
            </a:lvl4pPr>
            <a:lvl5pPr>
              <a:defRPr sz="1200" b="1">
                <a:solidFill>
                  <a:srgbClr val="596176"/>
                </a:solidFill>
                <a:latin typeface="Arial"/>
                <a:ea typeface="Arial"/>
                <a:cs typeface="Arial"/>
              </a:defRPr>
            </a:lvl5pPr>
            <a:lvl6pPr>
              <a:defRPr sz="1200" b="1">
                <a:solidFill>
                  <a:srgbClr val="596176"/>
                </a:solidFill>
                <a:latin typeface="Arial"/>
                <a:ea typeface="Arial"/>
                <a:cs typeface="Arial"/>
              </a:defRPr>
            </a:lvl6pPr>
            <a:lvl7pPr>
              <a:defRPr sz="1200" b="1">
                <a:solidFill>
                  <a:srgbClr val="596176"/>
                </a:solidFill>
                <a:latin typeface="Arial"/>
                <a:ea typeface="Arial"/>
                <a:cs typeface="Arial"/>
              </a:defRPr>
            </a:lvl7pPr>
            <a:lvl8pPr>
              <a:defRPr sz="1200" b="1">
                <a:solidFill>
                  <a:srgbClr val="596176"/>
                </a:solidFill>
                <a:latin typeface="Arial"/>
                <a:ea typeface="Arial"/>
                <a:cs typeface="Arial"/>
              </a:defRPr>
            </a:lvl8pPr>
            <a:lvl9pPr>
              <a:defRPr sz="1200" b="1">
                <a:solidFill>
                  <a:srgbClr val="596176"/>
                </a:solidFill>
                <a:latin typeface="Arial"/>
                <a:ea typeface="Arial"/>
                <a:cs typeface="Arial"/>
              </a:defRPr>
            </a:lvl9pPr>
          </a:lstStyle>
          <a:p xmlns:a="http://schemas.openxmlformats.org/drawingml/2006/main">
            <a:pPr>
              <a:defRPr sz="1200" b="1">
                <a:solidFill>
                  <a:srgbClr val="596176"/>
                </a:solidFill>
                <a:latin typeface="Arial"/>
                <a:ea typeface="Arial"/>
                <a:cs typeface="Arial"/>
              </a:defRPr>
            </a:pPr>
            <a:r>
              <a:rPr sz="1200" b="1">
                <a:solidFill>
                  <a:srgbClr val="596176"/>
                </a:solidFill>
                <a:latin typeface="Arial"/>
                <a:ea typeface="Arial"/>
                <a:cs typeface="Arial"/>
              </a:rPr>
              <a:t>SEGMENT</a:t>
            </a:r>
          </a:p>
        </p:txBody>
      </p:sp>
      <p:sp>
        <p:nvSpPr>
          <p:cNvPr id="7" name="hdr-1">
            <a:extLst xmlns:a="http://schemas.openxmlformats.org/drawingml/2006/main">
              <a:ext uri="{FF2B5EF4-FFF2-40B4-BE49-F238E27FC236}">
                <a16:creationId xmlns:a16="http://schemas.microsoft.com/office/drawing/2014/main" id="{34E15B43-FC89-4876-978F-234BD73A1F1F}"/>
              </a:ext>
            </a:extLst>
          </p:cNvPr>
          <p:cNvSpPr>
            <a:spLocks xmlns:a="http://schemas.openxmlformats.org/drawingml/2006/main" noGrp="1"/>
          </p:cNvSpPr>
          <p:nvPr/>
        </p:nvSpPr>
        <p:spPr>
          <a:xfrm xmlns:a="http://schemas.openxmlformats.org/drawingml/2006/main">
            <a:off x="3952875" y="233362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defRPr sz="1200" b="1">
                <a:solidFill>
                  <a:srgbClr val="596176"/>
                </a:solidFill>
                <a:latin typeface="Arial"/>
                <a:ea typeface="Arial"/>
                <a:cs typeface="Arial"/>
              </a:defRPr>
            </a:defPPr>
            <a:lvl1pPr>
              <a:defRPr sz="1200" b="1">
                <a:solidFill>
                  <a:srgbClr val="596176"/>
                </a:solidFill>
                <a:latin typeface="Arial"/>
                <a:ea typeface="Arial"/>
                <a:cs typeface="Arial"/>
              </a:defRPr>
            </a:lvl1pPr>
            <a:lvl2pPr>
              <a:defRPr sz="1200" b="1">
                <a:solidFill>
                  <a:srgbClr val="596176"/>
                </a:solidFill>
                <a:latin typeface="Arial"/>
                <a:ea typeface="Arial"/>
                <a:cs typeface="Arial"/>
              </a:defRPr>
            </a:lvl2pPr>
            <a:lvl3pPr>
              <a:defRPr sz="1200" b="1">
                <a:solidFill>
                  <a:srgbClr val="596176"/>
                </a:solidFill>
                <a:latin typeface="Arial"/>
                <a:ea typeface="Arial"/>
                <a:cs typeface="Arial"/>
              </a:defRPr>
            </a:lvl3pPr>
            <a:lvl4pPr>
              <a:defRPr sz="1200" b="1">
                <a:solidFill>
                  <a:srgbClr val="596176"/>
                </a:solidFill>
                <a:latin typeface="Arial"/>
                <a:ea typeface="Arial"/>
                <a:cs typeface="Arial"/>
              </a:defRPr>
            </a:lvl4pPr>
            <a:lvl5pPr>
              <a:defRPr sz="1200" b="1">
                <a:solidFill>
                  <a:srgbClr val="596176"/>
                </a:solidFill>
                <a:latin typeface="Arial"/>
                <a:ea typeface="Arial"/>
                <a:cs typeface="Arial"/>
              </a:defRPr>
            </a:lvl5pPr>
            <a:lvl6pPr>
              <a:defRPr sz="1200" b="1">
                <a:solidFill>
                  <a:srgbClr val="596176"/>
                </a:solidFill>
                <a:latin typeface="Arial"/>
                <a:ea typeface="Arial"/>
                <a:cs typeface="Arial"/>
              </a:defRPr>
            </a:lvl6pPr>
            <a:lvl7pPr>
              <a:defRPr sz="1200" b="1">
                <a:solidFill>
                  <a:srgbClr val="596176"/>
                </a:solidFill>
                <a:latin typeface="Arial"/>
                <a:ea typeface="Arial"/>
                <a:cs typeface="Arial"/>
              </a:defRPr>
            </a:lvl7pPr>
            <a:lvl8pPr>
              <a:defRPr sz="1200" b="1">
                <a:solidFill>
                  <a:srgbClr val="596176"/>
                </a:solidFill>
                <a:latin typeface="Arial"/>
                <a:ea typeface="Arial"/>
                <a:cs typeface="Arial"/>
              </a:defRPr>
            </a:lvl8pPr>
            <a:lvl9pPr>
              <a:defRPr sz="1200" b="1">
                <a:solidFill>
                  <a:srgbClr val="596176"/>
                </a:solidFill>
                <a:latin typeface="Arial"/>
                <a:ea typeface="Arial"/>
                <a:cs typeface="Arial"/>
              </a:defRPr>
            </a:lvl9pPr>
          </a:lstStyle>
          <a:p xmlns:a="http://schemas.openxmlformats.org/drawingml/2006/main">
            <a:pPr>
              <a:defRPr sz="1200" b="1">
                <a:solidFill>
                  <a:srgbClr val="596176"/>
                </a:solidFill>
                <a:latin typeface="Arial"/>
                <a:ea typeface="Arial"/>
                <a:cs typeface="Arial"/>
              </a:defRPr>
            </a:pPr>
            <a:r>
              <a:rPr sz="1200" b="1">
                <a:solidFill>
                  <a:srgbClr val="596176"/>
                </a:solidFill>
                <a:latin typeface="Arial"/>
                <a:ea typeface="Arial"/>
                <a:cs typeface="Arial"/>
              </a:rPr>
              <a:t>CUSTOMERS</a:t>
            </a:r>
          </a:p>
        </p:txBody>
      </p:sp>
      <p:sp>
        <p:nvSpPr>
          <p:cNvPr id="8" name="hdr-2">
            <a:extLst xmlns:a="http://schemas.openxmlformats.org/drawingml/2006/main">
              <a:ext uri="{FF2B5EF4-FFF2-40B4-BE49-F238E27FC236}">
                <a16:creationId xmlns:a16="http://schemas.microsoft.com/office/drawing/2014/main" id="{8B1AFA40-CB26-44B2-A8FE-F8D8E9DE8F03}"/>
              </a:ext>
            </a:extLst>
          </p:cNvPr>
          <p:cNvSpPr>
            <a:spLocks xmlns:a="http://schemas.openxmlformats.org/drawingml/2006/main" noGrp="1"/>
          </p:cNvSpPr>
          <p:nvPr/>
        </p:nvSpPr>
        <p:spPr>
          <a:xfrm xmlns:a="http://schemas.openxmlformats.org/drawingml/2006/main">
            <a:off x="6667500" y="2333625"/>
            <a:ext cx="3714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defRPr sz="1200" b="1">
                <a:solidFill>
                  <a:srgbClr val="596176"/>
                </a:solidFill>
                <a:latin typeface="Arial"/>
                <a:ea typeface="Arial"/>
                <a:cs typeface="Arial"/>
              </a:defRPr>
            </a:defPPr>
            <a:lvl1pPr>
              <a:defRPr sz="1200" b="1">
                <a:solidFill>
                  <a:srgbClr val="596176"/>
                </a:solidFill>
                <a:latin typeface="Arial"/>
                <a:ea typeface="Arial"/>
                <a:cs typeface="Arial"/>
              </a:defRPr>
            </a:lvl1pPr>
            <a:lvl2pPr>
              <a:defRPr sz="1200" b="1">
                <a:solidFill>
                  <a:srgbClr val="596176"/>
                </a:solidFill>
                <a:latin typeface="Arial"/>
                <a:ea typeface="Arial"/>
                <a:cs typeface="Arial"/>
              </a:defRPr>
            </a:lvl2pPr>
            <a:lvl3pPr>
              <a:defRPr sz="1200" b="1">
                <a:solidFill>
                  <a:srgbClr val="596176"/>
                </a:solidFill>
                <a:latin typeface="Arial"/>
                <a:ea typeface="Arial"/>
                <a:cs typeface="Arial"/>
              </a:defRPr>
            </a:lvl3pPr>
            <a:lvl4pPr>
              <a:defRPr sz="1200" b="1">
                <a:solidFill>
                  <a:srgbClr val="596176"/>
                </a:solidFill>
                <a:latin typeface="Arial"/>
                <a:ea typeface="Arial"/>
                <a:cs typeface="Arial"/>
              </a:defRPr>
            </a:lvl4pPr>
            <a:lvl5pPr>
              <a:defRPr sz="1200" b="1">
                <a:solidFill>
                  <a:srgbClr val="596176"/>
                </a:solidFill>
                <a:latin typeface="Arial"/>
                <a:ea typeface="Arial"/>
                <a:cs typeface="Arial"/>
              </a:defRPr>
            </a:lvl5pPr>
            <a:lvl6pPr>
              <a:defRPr sz="1200" b="1">
                <a:solidFill>
                  <a:srgbClr val="596176"/>
                </a:solidFill>
                <a:latin typeface="Arial"/>
                <a:ea typeface="Arial"/>
                <a:cs typeface="Arial"/>
              </a:defRPr>
            </a:lvl6pPr>
            <a:lvl7pPr>
              <a:defRPr sz="1200" b="1">
                <a:solidFill>
                  <a:srgbClr val="596176"/>
                </a:solidFill>
                <a:latin typeface="Arial"/>
                <a:ea typeface="Arial"/>
                <a:cs typeface="Arial"/>
              </a:defRPr>
            </a:lvl7pPr>
            <a:lvl8pPr>
              <a:defRPr sz="1200" b="1">
                <a:solidFill>
                  <a:srgbClr val="596176"/>
                </a:solidFill>
                <a:latin typeface="Arial"/>
                <a:ea typeface="Arial"/>
                <a:cs typeface="Arial"/>
              </a:defRPr>
            </a:lvl8pPr>
            <a:lvl9pPr>
              <a:defRPr sz="1200" b="1">
                <a:solidFill>
                  <a:srgbClr val="596176"/>
                </a:solidFill>
                <a:latin typeface="Arial"/>
                <a:ea typeface="Arial"/>
                <a:cs typeface="Arial"/>
              </a:defRPr>
            </a:lvl9pPr>
          </a:lstStyle>
          <a:p xmlns:a="http://schemas.openxmlformats.org/drawingml/2006/main">
            <a:pPr>
              <a:defRPr sz="1200" b="1">
                <a:solidFill>
                  <a:srgbClr val="596176"/>
                </a:solidFill>
                <a:latin typeface="Arial"/>
                <a:ea typeface="Arial"/>
                <a:cs typeface="Arial"/>
              </a:defRPr>
            </a:pPr>
            <a:r>
              <a:rPr sz="1200" b="1">
                <a:solidFill>
                  <a:srgbClr val="596176"/>
                </a:solidFill>
                <a:latin typeface="Arial"/>
                <a:ea typeface="Arial"/>
                <a:cs typeface="Arial"/>
              </a:rPr>
              <a:t>REVENUE / CUSTOMER</a:t>
            </a:r>
          </a:p>
        </p:txBody>
      </p:sp>
      <p:sp>
        <p:nvSpPr>
          <p:cNvPr id="9" name="seg-0">
            <a:extLst xmlns:a="http://schemas.openxmlformats.org/drawingml/2006/main">
              <a:ext uri="{FF2B5EF4-FFF2-40B4-BE49-F238E27FC236}">
                <a16:creationId xmlns:a16="http://schemas.microsoft.com/office/drawing/2014/main" id="{BF1CCD34-ECB9-4385-980F-27ED2325721A}"/>
              </a:ext>
            </a:extLst>
          </p:cNvPr>
          <p:cNvSpPr>
            <a:spLocks xmlns:a="http://schemas.openxmlformats.org/drawingml/2006/main" noGrp="1"/>
          </p:cNvSpPr>
          <p:nvPr/>
        </p:nvSpPr>
        <p:spPr>
          <a:xfrm xmlns:a="http://schemas.openxmlformats.org/drawingml/2006/main">
            <a:off x="685800" y="2790825"/>
            <a:ext cx="295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defRPr sz="1800" b="1">
                <a:solidFill>
                  <a:srgbClr val="713BCC"/>
                </a:solidFill>
                <a:latin typeface="Arial"/>
                <a:ea typeface="Arial"/>
                <a:cs typeface="Arial"/>
              </a:defRPr>
            </a:defPPr>
            <a:lvl1pPr>
              <a:defRPr sz="1800" b="1">
                <a:solidFill>
                  <a:srgbClr val="713BCC"/>
                </a:solidFill>
                <a:latin typeface="Arial"/>
                <a:ea typeface="Arial"/>
                <a:cs typeface="Arial"/>
              </a:defRPr>
            </a:lvl1pPr>
            <a:lvl2pPr>
              <a:defRPr sz="1800" b="1">
                <a:solidFill>
                  <a:srgbClr val="713BCC"/>
                </a:solidFill>
                <a:latin typeface="Arial"/>
                <a:ea typeface="Arial"/>
                <a:cs typeface="Arial"/>
              </a:defRPr>
            </a:lvl2pPr>
            <a:lvl3pPr>
              <a:defRPr sz="1800" b="1">
                <a:solidFill>
                  <a:srgbClr val="713BCC"/>
                </a:solidFill>
                <a:latin typeface="Arial"/>
                <a:ea typeface="Arial"/>
                <a:cs typeface="Arial"/>
              </a:defRPr>
            </a:lvl3pPr>
            <a:lvl4pPr>
              <a:defRPr sz="1800" b="1">
                <a:solidFill>
                  <a:srgbClr val="713BCC"/>
                </a:solidFill>
                <a:latin typeface="Arial"/>
                <a:ea typeface="Arial"/>
                <a:cs typeface="Arial"/>
              </a:defRPr>
            </a:lvl4pPr>
            <a:lvl5pPr>
              <a:defRPr sz="1800" b="1">
                <a:solidFill>
                  <a:srgbClr val="713BCC"/>
                </a:solidFill>
                <a:latin typeface="Arial"/>
                <a:ea typeface="Arial"/>
                <a:cs typeface="Arial"/>
              </a:defRPr>
            </a:lvl5pPr>
            <a:lvl6pPr>
              <a:defRPr sz="1800" b="1">
                <a:solidFill>
                  <a:srgbClr val="713BCC"/>
                </a:solidFill>
                <a:latin typeface="Arial"/>
                <a:ea typeface="Arial"/>
                <a:cs typeface="Arial"/>
              </a:defRPr>
            </a:lvl6pPr>
            <a:lvl7pPr>
              <a:defRPr sz="1800" b="1">
                <a:solidFill>
                  <a:srgbClr val="713BCC"/>
                </a:solidFill>
                <a:latin typeface="Arial"/>
                <a:ea typeface="Arial"/>
                <a:cs typeface="Arial"/>
              </a:defRPr>
            </a:lvl7pPr>
            <a:lvl8pPr>
              <a:defRPr sz="1800" b="1">
                <a:solidFill>
                  <a:srgbClr val="713BCC"/>
                </a:solidFill>
                <a:latin typeface="Arial"/>
                <a:ea typeface="Arial"/>
                <a:cs typeface="Arial"/>
              </a:defRPr>
            </a:lvl8pPr>
            <a:lvl9pPr>
              <a:defRPr sz="1800" b="1">
                <a:solidFill>
                  <a:srgbClr val="713BCC"/>
                </a:solidFill>
                <a:latin typeface="Arial"/>
                <a:ea typeface="Arial"/>
                <a:cs typeface="Arial"/>
              </a:defRPr>
            </a:lvl9pPr>
          </a:lstStyle>
          <a:p xmlns:a="http://schemas.openxmlformats.org/drawingml/2006/main">
            <a:pPr>
              <a:defRPr sz="1800" b="1">
                <a:solidFill>
                  <a:srgbClr val="713BCC"/>
                </a:solidFill>
                <a:latin typeface="Arial"/>
                <a:ea typeface="Arial"/>
                <a:cs typeface="Arial"/>
              </a:defRPr>
            </a:pPr>
            <a:r>
              <a:rPr sz="1800" b="1">
                <a:solidFill>
                  <a:srgbClr val="713BCC"/>
                </a:solidFill>
                <a:latin typeface="Arial"/>
                <a:ea typeface="Arial"/>
                <a:cs typeface="Arial"/>
              </a:rPr>
              <a:t>Champions</a:t>
            </a:r>
          </a:p>
        </p:txBody>
      </p:sp>
      <p:sp>
        <p:nvSpPr>
          <p:cNvPr id="10" name="cnt-0">
            <a:extLst xmlns:a="http://schemas.openxmlformats.org/drawingml/2006/main">
              <a:ext uri="{FF2B5EF4-FFF2-40B4-BE49-F238E27FC236}">
                <a16:creationId xmlns:a16="http://schemas.microsoft.com/office/drawing/2014/main" id="{C3A2550C-07AC-4CC8-95DD-08481C2E6FAA}"/>
              </a:ext>
            </a:extLst>
          </p:cNvPr>
          <p:cNvSpPr>
            <a:spLocks xmlns:a="http://schemas.openxmlformats.org/drawingml/2006/main" noGrp="1"/>
          </p:cNvSpPr>
          <p:nvPr/>
        </p:nvSpPr>
        <p:spPr>
          <a:xfrm xmlns:a="http://schemas.openxmlformats.org/drawingml/2006/main">
            <a:off x="3952875" y="2790825"/>
            <a:ext cx="1809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defRPr sz="1800" b="1">
                <a:solidFill>
                  <a:srgbClr val="10152B"/>
                </a:solidFill>
                <a:latin typeface="Arial"/>
                <a:ea typeface="Arial"/>
                <a:cs typeface="Arial"/>
              </a:defRPr>
            </a:defPPr>
            <a:lvl1pPr>
              <a:defRPr sz="1800" b="1">
                <a:solidFill>
                  <a:srgbClr val="10152B"/>
                </a:solidFill>
                <a:latin typeface="Arial"/>
                <a:ea typeface="Arial"/>
                <a:cs typeface="Arial"/>
              </a:defRPr>
            </a:lvl1pPr>
            <a:lvl2pPr>
              <a:defRPr sz="1800" b="1">
                <a:solidFill>
                  <a:srgbClr val="10152B"/>
                </a:solidFill>
                <a:latin typeface="Arial"/>
                <a:ea typeface="Arial"/>
                <a:cs typeface="Arial"/>
              </a:defRPr>
            </a:lvl2pPr>
            <a:lvl3pPr>
              <a:defRPr sz="1800" b="1">
                <a:solidFill>
                  <a:srgbClr val="10152B"/>
                </a:solidFill>
                <a:latin typeface="Arial"/>
                <a:ea typeface="Arial"/>
                <a:cs typeface="Arial"/>
              </a:defRPr>
            </a:lvl3pPr>
            <a:lvl4pPr>
              <a:defRPr sz="1800" b="1">
                <a:solidFill>
                  <a:srgbClr val="10152B"/>
                </a:solidFill>
                <a:latin typeface="Arial"/>
                <a:ea typeface="Arial"/>
                <a:cs typeface="Arial"/>
              </a:defRPr>
            </a:lvl4pPr>
            <a:lvl5pPr>
              <a:defRPr sz="1800" b="1">
                <a:solidFill>
                  <a:srgbClr val="10152B"/>
                </a:solidFill>
                <a:latin typeface="Arial"/>
                <a:ea typeface="Arial"/>
                <a:cs typeface="Arial"/>
              </a:defRPr>
            </a:lvl5pPr>
            <a:lvl6pPr>
              <a:defRPr sz="1800" b="1">
                <a:solidFill>
                  <a:srgbClr val="10152B"/>
                </a:solidFill>
                <a:latin typeface="Arial"/>
                <a:ea typeface="Arial"/>
                <a:cs typeface="Arial"/>
              </a:defRPr>
            </a:lvl6pPr>
            <a:lvl7pPr>
              <a:defRPr sz="1800" b="1">
                <a:solidFill>
                  <a:srgbClr val="10152B"/>
                </a:solidFill>
                <a:latin typeface="Arial"/>
                <a:ea typeface="Arial"/>
                <a:cs typeface="Arial"/>
              </a:defRPr>
            </a:lvl7pPr>
            <a:lvl8pPr>
              <a:defRPr sz="1800" b="1">
                <a:solidFill>
                  <a:srgbClr val="10152B"/>
                </a:solidFill>
                <a:latin typeface="Arial"/>
                <a:ea typeface="Arial"/>
                <a:cs typeface="Arial"/>
              </a:defRPr>
            </a:lvl8pPr>
            <a:lvl9pPr>
              <a:defRPr sz="1800" b="1">
                <a:solidFill>
                  <a:srgbClr val="10152B"/>
                </a:solidFill>
                <a:latin typeface="Arial"/>
                <a:ea typeface="Arial"/>
                <a:cs typeface="Arial"/>
              </a:defRPr>
            </a:lvl9pPr>
          </a:lstStyle>
          <a:p xmlns:a="http://schemas.openxmlformats.org/drawingml/2006/main">
            <a:pPr>
              <a:defRPr sz="1800" b="1">
                <a:solidFill>
                  <a:srgbClr val="10152B"/>
                </a:solidFill>
                <a:latin typeface="Arial"/>
                <a:ea typeface="Arial"/>
                <a:cs typeface="Arial"/>
              </a:defRPr>
            </a:pPr>
            <a:r>
              <a:rPr sz="1800" b="1">
                <a:solidFill>
                  <a:srgbClr val="10152B"/>
                </a:solidFill>
                <a:latin typeface="Arial"/>
                <a:ea typeface="Arial"/>
                <a:cs typeface="Arial"/>
              </a:rPr>
              <a:t>57</a:t>
            </a:r>
          </a:p>
        </p:txBody>
      </p:sp>
      <p:sp>
        <p:nvSpPr>
          <p:cNvPr id="11" name="rpc-0">
            <a:extLst xmlns:a="http://schemas.openxmlformats.org/drawingml/2006/main">
              <a:ext uri="{FF2B5EF4-FFF2-40B4-BE49-F238E27FC236}">
                <a16:creationId xmlns:a16="http://schemas.microsoft.com/office/drawing/2014/main" id="{4C5BE668-B1A5-4DDD-BAC7-1046CF0BD1E1}"/>
              </a:ext>
            </a:extLst>
          </p:cNvPr>
          <p:cNvSpPr>
            <a:spLocks xmlns:a="http://schemas.openxmlformats.org/drawingml/2006/main" noGrp="1"/>
          </p:cNvSpPr>
          <p:nvPr/>
        </p:nvSpPr>
        <p:spPr>
          <a:xfrm xmlns:a="http://schemas.openxmlformats.org/drawingml/2006/main">
            <a:off x="6667500" y="2790825"/>
            <a:ext cx="3714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defRPr sz="1800" b="1">
                <a:solidFill>
                  <a:srgbClr val="10152B"/>
                </a:solidFill>
                <a:latin typeface="Arial"/>
                <a:ea typeface="Arial"/>
                <a:cs typeface="Arial"/>
              </a:defRPr>
            </a:defPPr>
            <a:lvl1pPr>
              <a:defRPr sz="1800" b="1">
                <a:solidFill>
                  <a:srgbClr val="10152B"/>
                </a:solidFill>
                <a:latin typeface="Arial"/>
                <a:ea typeface="Arial"/>
                <a:cs typeface="Arial"/>
              </a:defRPr>
            </a:lvl1pPr>
            <a:lvl2pPr>
              <a:defRPr sz="1800" b="1">
                <a:solidFill>
                  <a:srgbClr val="10152B"/>
                </a:solidFill>
                <a:latin typeface="Arial"/>
                <a:ea typeface="Arial"/>
                <a:cs typeface="Arial"/>
              </a:defRPr>
            </a:lvl2pPr>
            <a:lvl3pPr>
              <a:defRPr sz="1800" b="1">
                <a:solidFill>
                  <a:srgbClr val="10152B"/>
                </a:solidFill>
                <a:latin typeface="Arial"/>
                <a:ea typeface="Arial"/>
                <a:cs typeface="Arial"/>
              </a:defRPr>
            </a:lvl3pPr>
            <a:lvl4pPr>
              <a:defRPr sz="1800" b="1">
                <a:solidFill>
                  <a:srgbClr val="10152B"/>
                </a:solidFill>
                <a:latin typeface="Arial"/>
                <a:ea typeface="Arial"/>
                <a:cs typeface="Arial"/>
              </a:defRPr>
            </a:lvl4pPr>
            <a:lvl5pPr>
              <a:defRPr sz="1800" b="1">
                <a:solidFill>
                  <a:srgbClr val="10152B"/>
                </a:solidFill>
                <a:latin typeface="Arial"/>
                <a:ea typeface="Arial"/>
                <a:cs typeface="Arial"/>
              </a:defRPr>
            </a:lvl5pPr>
            <a:lvl6pPr>
              <a:defRPr sz="1800" b="1">
                <a:solidFill>
                  <a:srgbClr val="10152B"/>
                </a:solidFill>
                <a:latin typeface="Arial"/>
                <a:ea typeface="Arial"/>
                <a:cs typeface="Arial"/>
              </a:defRPr>
            </a:lvl6pPr>
            <a:lvl7pPr>
              <a:defRPr sz="1800" b="1">
                <a:solidFill>
                  <a:srgbClr val="10152B"/>
                </a:solidFill>
                <a:latin typeface="Arial"/>
                <a:ea typeface="Arial"/>
                <a:cs typeface="Arial"/>
              </a:defRPr>
            </a:lvl7pPr>
            <a:lvl8pPr>
              <a:defRPr sz="1800" b="1">
                <a:solidFill>
                  <a:srgbClr val="10152B"/>
                </a:solidFill>
                <a:latin typeface="Arial"/>
                <a:ea typeface="Arial"/>
                <a:cs typeface="Arial"/>
              </a:defRPr>
            </a:lvl8pPr>
            <a:lvl9pPr>
              <a:defRPr sz="1800" b="1">
                <a:solidFill>
                  <a:srgbClr val="10152B"/>
                </a:solidFill>
                <a:latin typeface="Arial"/>
                <a:ea typeface="Arial"/>
                <a:cs typeface="Arial"/>
              </a:defRPr>
            </a:lvl9pPr>
          </a:lstStyle>
          <a:p xmlns:a="http://schemas.openxmlformats.org/drawingml/2006/main">
            <a:pPr>
              <a:defRPr sz="1800" b="1">
                <a:solidFill>
                  <a:srgbClr val="10152B"/>
                </a:solidFill>
                <a:latin typeface="Arial"/>
                <a:ea typeface="Arial"/>
                <a:cs typeface="Arial"/>
              </a:defRPr>
            </a:pPr>
            <a:r>
              <a:rPr sz="1800" b="1">
                <a:solidFill>
                  <a:srgbClr val="10152B"/>
                </a:solidFill>
                <a:latin typeface="Arial"/>
                <a:ea typeface="Arial"/>
                <a:cs typeface="Arial"/>
              </a:rPr>
              <a:t>$1,335.24</a:t>
            </a:r>
          </a:p>
        </p:txBody>
      </p:sp>
      <p:sp>
        <p:nvSpPr>
          <p:cNvPr id="12" name="seg-line-0">
            <a:extLst xmlns:a="http://schemas.openxmlformats.org/drawingml/2006/main">
              <a:ext uri="{FF2B5EF4-FFF2-40B4-BE49-F238E27FC236}">
                <a16:creationId xmlns:a16="http://schemas.microsoft.com/office/drawing/2014/main" id="{7034D1EC-0CB7-4FE7-BE9B-B16CCB55EE55}"/>
              </a:ext>
            </a:extLst>
          </p:cNvPr>
          <p:cNvSpPr>
            <a:spLocks xmlns:a="http://schemas.openxmlformats.org/drawingml/2006/main" noGrp="1"/>
          </p:cNvSpPr>
          <p:nvPr/>
        </p:nvSpPr>
        <p:spPr>
          <a:xfrm xmlns:a="http://schemas.openxmlformats.org/drawingml/2006/main">
            <a:off x="685800" y="3248025"/>
            <a:ext cx="10191750" cy="0"/>
          </a:xfrm>
          <a:prstGeom xmlns:a="http://schemas.openxmlformats.org/drawingml/2006/main" prst="line">
            <a:avLst/>
          </a:prstGeom>
          <a:noFill xmlns:a="http://schemas.openxmlformats.org/drawingml/2006/main"/>
          <a:ln xmlns:a="http://schemas.openxmlformats.org/drawingml/2006/main" w="19050">
            <a:solidFill>
              <a:srgbClr val="D9DCE7"/>
            </a:solidFill>
            <a:prstDash val="solid"/>
          </a:ln>
        </p:spPr>
      </p:sp>
      <p:sp>
        <p:nvSpPr>
          <p:cNvPr id="13" name="seg-1">
            <a:extLst xmlns:a="http://schemas.openxmlformats.org/drawingml/2006/main">
              <a:ext uri="{FF2B5EF4-FFF2-40B4-BE49-F238E27FC236}">
                <a16:creationId xmlns:a16="http://schemas.microsoft.com/office/drawing/2014/main" id="{02CD3393-6A9D-4704-B93D-DC9EF97CE4EE}"/>
              </a:ext>
            </a:extLst>
          </p:cNvPr>
          <p:cNvSpPr>
            <a:spLocks xmlns:a="http://schemas.openxmlformats.org/drawingml/2006/main" noGrp="1"/>
          </p:cNvSpPr>
          <p:nvPr/>
        </p:nvSpPr>
        <p:spPr>
          <a:xfrm xmlns:a="http://schemas.openxmlformats.org/drawingml/2006/main">
            <a:off x="685800" y="3333750"/>
            <a:ext cx="295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defRPr sz="1800" b="1">
                <a:solidFill>
                  <a:srgbClr val="C34E58"/>
                </a:solidFill>
                <a:latin typeface="Arial"/>
                <a:ea typeface="Arial"/>
                <a:cs typeface="Arial"/>
              </a:defRPr>
            </a:defPPr>
            <a:lvl1pPr>
              <a:defRPr sz="1800" b="1">
                <a:solidFill>
                  <a:srgbClr val="C34E58"/>
                </a:solidFill>
                <a:latin typeface="Arial"/>
                <a:ea typeface="Arial"/>
                <a:cs typeface="Arial"/>
              </a:defRPr>
            </a:lvl1pPr>
            <a:lvl2pPr>
              <a:defRPr sz="1800" b="1">
                <a:solidFill>
                  <a:srgbClr val="C34E58"/>
                </a:solidFill>
                <a:latin typeface="Arial"/>
                <a:ea typeface="Arial"/>
                <a:cs typeface="Arial"/>
              </a:defRPr>
            </a:lvl2pPr>
            <a:lvl3pPr>
              <a:defRPr sz="1800" b="1">
                <a:solidFill>
                  <a:srgbClr val="C34E58"/>
                </a:solidFill>
                <a:latin typeface="Arial"/>
                <a:ea typeface="Arial"/>
                <a:cs typeface="Arial"/>
              </a:defRPr>
            </a:lvl3pPr>
            <a:lvl4pPr>
              <a:defRPr sz="1800" b="1">
                <a:solidFill>
                  <a:srgbClr val="C34E58"/>
                </a:solidFill>
                <a:latin typeface="Arial"/>
                <a:ea typeface="Arial"/>
                <a:cs typeface="Arial"/>
              </a:defRPr>
            </a:lvl4pPr>
            <a:lvl5pPr>
              <a:defRPr sz="1800" b="1">
                <a:solidFill>
                  <a:srgbClr val="C34E58"/>
                </a:solidFill>
                <a:latin typeface="Arial"/>
                <a:ea typeface="Arial"/>
                <a:cs typeface="Arial"/>
              </a:defRPr>
            </a:lvl5pPr>
            <a:lvl6pPr>
              <a:defRPr sz="1800" b="1">
                <a:solidFill>
                  <a:srgbClr val="C34E58"/>
                </a:solidFill>
                <a:latin typeface="Arial"/>
                <a:ea typeface="Arial"/>
                <a:cs typeface="Arial"/>
              </a:defRPr>
            </a:lvl6pPr>
            <a:lvl7pPr>
              <a:defRPr sz="1800" b="1">
                <a:solidFill>
                  <a:srgbClr val="C34E58"/>
                </a:solidFill>
                <a:latin typeface="Arial"/>
                <a:ea typeface="Arial"/>
                <a:cs typeface="Arial"/>
              </a:defRPr>
            </a:lvl7pPr>
            <a:lvl8pPr>
              <a:defRPr sz="1800" b="1">
                <a:solidFill>
                  <a:srgbClr val="C34E58"/>
                </a:solidFill>
                <a:latin typeface="Arial"/>
                <a:ea typeface="Arial"/>
                <a:cs typeface="Arial"/>
              </a:defRPr>
            </a:lvl8pPr>
            <a:lvl9pPr>
              <a:defRPr sz="1800" b="1">
                <a:solidFill>
                  <a:srgbClr val="C34E58"/>
                </a:solidFill>
                <a:latin typeface="Arial"/>
                <a:ea typeface="Arial"/>
                <a:cs typeface="Arial"/>
              </a:defRPr>
            </a:lvl9pPr>
          </a:lstStyle>
          <a:p xmlns:a="http://schemas.openxmlformats.org/drawingml/2006/main">
            <a:pPr>
              <a:defRPr sz="1800" b="1">
                <a:solidFill>
                  <a:srgbClr val="C34E58"/>
                </a:solidFill>
                <a:latin typeface="Arial"/>
                <a:ea typeface="Arial"/>
                <a:cs typeface="Arial"/>
              </a:defRPr>
            </a:pPr>
            <a:r>
              <a:rPr sz="1800" b="1">
                <a:solidFill>
                  <a:srgbClr val="C34E58"/>
                </a:solidFill>
                <a:latin typeface="Arial"/>
                <a:ea typeface="Arial"/>
                <a:cs typeface="Arial"/>
              </a:rPr>
              <a:t>At risk</a:t>
            </a:r>
          </a:p>
        </p:txBody>
      </p:sp>
      <p:sp>
        <p:nvSpPr>
          <p:cNvPr id="14" name="cnt-1">
            <a:extLst xmlns:a="http://schemas.openxmlformats.org/drawingml/2006/main">
              <a:ext uri="{FF2B5EF4-FFF2-40B4-BE49-F238E27FC236}">
                <a16:creationId xmlns:a16="http://schemas.microsoft.com/office/drawing/2014/main" id="{5B0ABF16-C280-4B47-951A-E667226CC5F7}"/>
              </a:ext>
            </a:extLst>
          </p:cNvPr>
          <p:cNvSpPr>
            <a:spLocks xmlns:a="http://schemas.openxmlformats.org/drawingml/2006/main" noGrp="1"/>
          </p:cNvSpPr>
          <p:nvPr/>
        </p:nvSpPr>
        <p:spPr>
          <a:xfrm xmlns:a="http://schemas.openxmlformats.org/drawingml/2006/main">
            <a:off x="3952875" y="3333750"/>
            <a:ext cx="1809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defRPr sz="1800" b="1">
                <a:solidFill>
                  <a:srgbClr val="10152B"/>
                </a:solidFill>
                <a:latin typeface="Arial"/>
                <a:ea typeface="Arial"/>
                <a:cs typeface="Arial"/>
              </a:defRPr>
            </a:defPPr>
            <a:lvl1pPr>
              <a:defRPr sz="1800" b="1">
                <a:solidFill>
                  <a:srgbClr val="10152B"/>
                </a:solidFill>
                <a:latin typeface="Arial"/>
                <a:ea typeface="Arial"/>
                <a:cs typeface="Arial"/>
              </a:defRPr>
            </a:lvl1pPr>
            <a:lvl2pPr>
              <a:defRPr sz="1800" b="1">
                <a:solidFill>
                  <a:srgbClr val="10152B"/>
                </a:solidFill>
                <a:latin typeface="Arial"/>
                <a:ea typeface="Arial"/>
                <a:cs typeface="Arial"/>
              </a:defRPr>
            </a:lvl2pPr>
            <a:lvl3pPr>
              <a:defRPr sz="1800" b="1">
                <a:solidFill>
                  <a:srgbClr val="10152B"/>
                </a:solidFill>
                <a:latin typeface="Arial"/>
                <a:ea typeface="Arial"/>
                <a:cs typeface="Arial"/>
              </a:defRPr>
            </a:lvl3pPr>
            <a:lvl4pPr>
              <a:defRPr sz="1800" b="1">
                <a:solidFill>
                  <a:srgbClr val="10152B"/>
                </a:solidFill>
                <a:latin typeface="Arial"/>
                <a:ea typeface="Arial"/>
                <a:cs typeface="Arial"/>
              </a:defRPr>
            </a:lvl4pPr>
            <a:lvl5pPr>
              <a:defRPr sz="1800" b="1">
                <a:solidFill>
                  <a:srgbClr val="10152B"/>
                </a:solidFill>
                <a:latin typeface="Arial"/>
                <a:ea typeface="Arial"/>
                <a:cs typeface="Arial"/>
              </a:defRPr>
            </a:lvl5pPr>
            <a:lvl6pPr>
              <a:defRPr sz="1800" b="1">
                <a:solidFill>
                  <a:srgbClr val="10152B"/>
                </a:solidFill>
                <a:latin typeface="Arial"/>
                <a:ea typeface="Arial"/>
                <a:cs typeface="Arial"/>
              </a:defRPr>
            </a:lvl6pPr>
            <a:lvl7pPr>
              <a:defRPr sz="1800" b="1">
                <a:solidFill>
                  <a:srgbClr val="10152B"/>
                </a:solidFill>
                <a:latin typeface="Arial"/>
                <a:ea typeface="Arial"/>
                <a:cs typeface="Arial"/>
              </a:defRPr>
            </a:lvl7pPr>
            <a:lvl8pPr>
              <a:defRPr sz="1800" b="1">
                <a:solidFill>
                  <a:srgbClr val="10152B"/>
                </a:solidFill>
                <a:latin typeface="Arial"/>
                <a:ea typeface="Arial"/>
                <a:cs typeface="Arial"/>
              </a:defRPr>
            </a:lvl8pPr>
            <a:lvl9pPr>
              <a:defRPr sz="1800" b="1">
                <a:solidFill>
                  <a:srgbClr val="10152B"/>
                </a:solidFill>
                <a:latin typeface="Arial"/>
                <a:ea typeface="Arial"/>
                <a:cs typeface="Arial"/>
              </a:defRPr>
            </a:lvl9pPr>
          </a:lstStyle>
          <a:p xmlns:a="http://schemas.openxmlformats.org/drawingml/2006/main">
            <a:pPr>
              <a:defRPr sz="1800" b="1">
                <a:solidFill>
                  <a:srgbClr val="10152B"/>
                </a:solidFill>
                <a:latin typeface="Arial"/>
                <a:ea typeface="Arial"/>
                <a:cs typeface="Arial"/>
              </a:defRPr>
            </a:pPr>
            <a:r>
              <a:rPr sz="1800" b="1">
                <a:solidFill>
                  <a:srgbClr val="10152B"/>
                </a:solidFill>
                <a:latin typeface="Arial"/>
                <a:ea typeface="Arial"/>
                <a:cs typeface="Arial"/>
              </a:rPr>
              <a:t>70</a:t>
            </a:r>
          </a:p>
        </p:txBody>
      </p:sp>
      <p:sp>
        <p:nvSpPr>
          <p:cNvPr id="15" name="rpc-1">
            <a:extLst xmlns:a="http://schemas.openxmlformats.org/drawingml/2006/main">
              <a:ext uri="{FF2B5EF4-FFF2-40B4-BE49-F238E27FC236}">
                <a16:creationId xmlns:a16="http://schemas.microsoft.com/office/drawing/2014/main" id="{78B6D2DC-B47D-4170-B91F-7B3D4298DB6E}"/>
              </a:ext>
            </a:extLst>
          </p:cNvPr>
          <p:cNvSpPr>
            <a:spLocks xmlns:a="http://schemas.openxmlformats.org/drawingml/2006/main" noGrp="1"/>
          </p:cNvSpPr>
          <p:nvPr/>
        </p:nvSpPr>
        <p:spPr>
          <a:xfrm xmlns:a="http://schemas.openxmlformats.org/drawingml/2006/main">
            <a:off x="6667500" y="3333750"/>
            <a:ext cx="3714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defRPr sz="1800" b="0">
                <a:solidFill>
                  <a:srgbClr val="10152B"/>
                </a:solidFill>
                <a:latin typeface="Arial"/>
                <a:ea typeface="Arial"/>
                <a:cs typeface="Arial"/>
              </a:defRPr>
            </a:defPPr>
            <a:lvl1pPr>
              <a:defRPr sz="1800" b="0">
                <a:solidFill>
                  <a:srgbClr val="10152B"/>
                </a:solidFill>
                <a:latin typeface="Arial"/>
                <a:ea typeface="Arial"/>
                <a:cs typeface="Arial"/>
              </a:defRPr>
            </a:lvl1pPr>
            <a:lvl2pPr>
              <a:defRPr sz="1800" b="0">
                <a:solidFill>
                  <a:srgbClr val="10152B"/>
                </a:solidFill>
                <a:latin typeface="Arial"/>
                <a:ea typeface="Arial"/>
                <a:cs typeface="Arial"/>
              </a:defRPr>
            </a:lvl2pPr>
            <a:lvl3pPr>
              <a:defRPr sz="1800" b="0">
                <a:solidFill>
                  <a:srgbClr val="10152B"/>
                </a:solidFill>
                <a:latin typeface="Arial"/>
                <a:ea typeface="Arial"/>
                <a:cs typeface="Arial"/>
              </a:defRPr>
            </a:lvl3pPr>
            <a:lvl4pPr>
              <a:defRPr sz="1800" b="0">
                <a:solidFill>
                  <a:srgbClr val="10152B"/>
                </a:solidFill>
                <a:latin typeface="Arial"/>
                <a:ea typeface="Arial"/>
                <a:cs typeface="Arial"/>
              </a:defRPr>
            </a:lvl4pPr>
            <a:lvl5pPr>
              <a:defRPr sz="1800" b="0">
                <a:solidFill>
                  <a:srgbClr val="10152B"/>
                </a:solidFill>
                <a:latin typeface="Arial"/>
                <a:ea typeface="Arial"/>
                <a:cs typeface="Arial"/>
              </a:defRPr>
            </a:lvl5pPr>
            <a:lvl6pPr>
              <a:defRPr sz="1800" b="0">
                <a:solidFill>
                  <a:srgbClr val="10152B"/>
                </a:solidFill>
                <a:latin typeface="Arial"/>
                <a:ea typeface="Arial"/>
                <a:cs typeface="Arial"/>
              </a:defRPr>
            </a:lvl6pPr>
            <a:lvl7pPr>
              <a:defRPr sz="1800" b="0">
                <a:solidFill>
                  <a:srgbClr val="10152B"/>
                </a:solidFill>
                <a:latin typeface="Arial"/>
                <a:ea typeface="Arial"/>
                <a:cs typeface="Arial"/>
              </a:defRPr>
            </a:lvl7pPr>
            <a:lvl8pPr>
              <a:defRPr sz="1800" b="0">
                <a:solidFill>
                  <a:srgbClr val="10152B"/>
                </a:solidFill>
                <a:latin typeface="Arial"/>
                <a:ea typeface="Arial"/>
                <a:cs typeface="Arial"/>
              </a:defRPr>
            </a:lvl8pPr>
            <a:lvl9pPr>
              <a:defRPr sz="1800" b="0">
                <a:solidFill>
                  <a:srgbClr val="10152B"/>
                </a:solidFill>
                <a:latin typeface="Arial"/>
                <a:ea typeface="Arial"/>
                <a:cs typeface="Arial"/>
              </a:defRPr>
            </a:lvl9pPr>
          </a:lstStyle>
          <a:p xmlns:a="http://schemas.openxmlformats.org/drawingml/2006/main">
            <a:pPr>
              <a:defRPr sz="1800" b="0">
                <a:solidFill>
                  <a:srgbClr val="10152B"/>
                </a:solidFill>
                <a:latin typeface="Arial"/>
                <a:ea typeface="Arial"/>
                <a:cs typeface="Arial"/>
              </a:defRPr>
            </a:pPr>
            <a:r>
              <a:rPr sz="1800" b="0">
                <a:solidFill>
                  <a:srgbClr val="10152B"/>
                </a:solidFill>
                <a:latin typeface="Arial"/>
                <a:ea typeface="Arial"/>
                <a:cs typeface="Arial"/>
              </a:rPr>
              <a:t>$795.37</a:t>
            </a:r>
          </a:p>
        </p:txBody>
      </p:sp>
      <p:sp>
        <p:nvSpPr>
          <p:cNvPr id="16" name="seg-line-1">
            <a:extLst xmlns:a="http://schemas.openxmlformats.org/drawingml/2006/main">
              <a:ext uri="{FF2B5EF4-FFF2-40B4-BE49-F238E27FC236}">
                <a16:creationId xmlns:a16="http://schemas.microsoft.com/office/drawing/2014/main" id="{6046580F-10E7-43A1-BD99-7A1A04437A32}"/>
              </a:ext>
            </a:extLst>
          </p:cNvPr>
          <p:cNvSpPr>
            <a:spLocks xmlns:a="http://schemas.openxmlformats.org/drawingml/2006/main" noGrp="1"/>
          </p:cNvSpPr>
          <p:nvPr/>
        </p:nvSpPr>
        <p:spPr>
          <a:xfrm xmlns:a="http://schemas.openxmlformats.org/drawingml/2006/main">
            <a:off x="685800" y="3790950"/>
            <a:ext cx="10191750" cy="0"/>
          </a:xfrm>
          <a:prstGeom xmlns:a="http://schemas.openxmlformats.org/drawingml/2006/main" prst="line">
            <a:avLst/>
          </a:prstGeom>
          <a:noFill xmlns:a="http://schemas.openxmlformats.org/drawingml/2006/main"/>
          <a:ln xmlns:a="http://schemas.openxmlformats.org/drawingml/2006/main" w="19050">
            <a:solidFill>
              <a:srgbClr val="D9DCE7"/>
            </a:solidFill>
            <a:prstDash val="solid"/>
          </a:ln>
        </p:spPr>
      </p:sp>
      <p:sp>
        <p:nvSpPr>
          <p:cNvPr id="17" name="seg-2">
            <a:extLst xmlns:a="http://schemas.openxmlformats.org/drawingml/2006/main">
              <a:ext uri="{FF2B5EF4-FFF2-40B4-BE49-F238E27FC236}">
                <a16:creationId xmlns:a16="http://schemas.microsoft.com/office/drawing/2014/main" id="{18B77884-88A3-48B7-A7E5-C18BD79DE9A3}"/>
              </a:ext>
            </a:extLst>
          </p:cNvPr>
          <p:cNvSpPr>
            <a:spLocks xmlns:a="http://schemas.openxmlformats.org/drawingml/2006/main" noGrp="1"/>
          </p:cNvSpPr>
          <p:nvPr/>
        </p:nvSpPr>
        <p:spPr>
          <a:xfrm xmlns:a="http://schemas.openxmlformats.org/drawingml/2006/main">
            <a:off x="685800" y="3876675"/>
            <a:ext cx="295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defRPr sz="1800" b="0">
                <a:solidFill>
                  <a:srgbClr val="188F75"/>
                </a:solidFill>
                <a:latin typeface="Arial"/>
                <a:ea typeface="Arial"/>
                <a:cs typeface="Arial"/>
              </a:defRPr>
            </a:defPPr>
            <a:lvl1pPr>
              <a:defRPr sz="1800" b="0">
                <a:solidFill>
                  <a:srgbClr val="188F75"/>
                </a:solidFill>
                <a:latin typeface="Arial"/>
                <a:ea typeface="Arial"/>
                <a:cs typeface="Arial"/>
              </a:defRPr>
            </a:lvl1pPr>
            <a:lvl2pPr>
              <a:defRPr sz="1800" b="0">
                <a:solidFill>
                  <a:srgbClr val="188F75"/>
                </a:solidFill>
                <a:latin typeface="Arial"/>
                <a:ea typeface="Arial"/>
                <a:cs typeface="Arial"/>
              </a:defRPr>
            </a:lvl2pPr>
            <a:lvl3pPr>
              <a:defRPr sz="1800" b="0">
                <a:solidFill>
                  <a:srgbClr val="188F75"/>
                </a:solidFill>
                <a:latin typeface="Arial"/>
                <a:ea typeface="Arial"/>
                <a:cs typeface="Arial"/>
              </a:defRPr>
            </a:lvl3pPr>
            <a:lvl4pPr>
              <a:defRPr sz="1800" b="0">
                <a:solidFill>
                  <a:srgbClr val="188F75"/>
                </a:solidFill>
                <a:latin typeface="Arial"/>
                <a:ea typeface="Arial"/>
                <a:cs typeface="Arial"/>
              </a:defRPr>
            </a:lvl4pPr>
            <a:lvl5pPr>
              <a:defRPr sz="1800" b="0">
                <a:solidFill>
                  <a:srgbClr val="188F75"/>
                </a:solidFill>
                <a:latin typeface="Arial"/>
                <a:ea typeface="Arial"/>
                <a:cs typeface="Arial"/>
              </a:defRPr>
            </a:lvl5pPr>
            <a:lvl6pPr>
              <a:defRPr sz="1800" b="0">
                <a:solidFill>
                  <a:srgbClr val="188F75"/>
                </a:solidFill>
                <a:latin typeface="Arial"/>
                <a:ea typeface="Arial"/>
                <a:cs typeface="Arial"/>
              </a:defRPr>
            </a:lvl6pPr>
            <a:lvl7pPr>
              <a:defRPr sz="1800" b="0">
                <a:solidFill>
                  <a:srgbClr val="188F75"/>
                </a:solidFill>
                <a:latin typeface="Arial"/>
                <a:ea typeface="Arial"/>
                <a:cs typeface="Arial"/>
              </a:defRPr>
            </a:lvl7pPr>
            <a:lvl8pPr>
              <a:defRPr sz="1800" b="0">
                <a:solidFill>
                  <a:srgbClr val="188F75"/>
                </a:solidFill>
                <a:latin typeface="Arial"/>
                <a:ea typeface="Arial"/>
                <a:cs typeface="Arial"/>
              </a:defRPr>
            </a:lvl8pPr>
            <a:lvl9pPr>
              <a:defRPr sz="1800" b="0">
                <a:solidFill>
                  <a:srgbClr val="188F75"/>
                </a:solidFill>
                <a:latin typeface="Arial"/>
                <a:ea typeface="Arial"/>
                <a:cs typeface="Arial"/>
              </a:defRPr>
            </a:lvl9pPr>
          </a:lstStyle>
          <a:p xmlns:a="http://schemas.openxmlformats.org/drawingml/2006/main">
            <a:pPr>
              <a:defRPr sz="1800" b="0">
                <a:solidFill>
                  <a:srgbClr val="188F75"/>
                </a:solidFill>
                <a:latin typeface="Arial"/>
                <a:ea typeface="Arial"/>
                <a:cs typeface="Arial"/>
              </a:defRPr>
            </a:pPr>
            <a:r>
              <a:rPr sz="1800" b="0">
                <a:solidFill>
                  <a:srgbClr val="188F75"/>
                </a:solidFill>
                <a:latin typeface="Arial"/>
                <a:ea typeface="Arial"/>
                <a:cs typeface="Arial"/>
              </a:rPr>
              <a:t>Loyal</a:t>
            </a:r>
          </a:p>
        </p:txBody>
      </p:sp>
      <p:sp>
        <p:nvSpPr>
          <p:cNvPr id="18" name="cnt-2">
            <a:extLst xmlns:a="http://schemas.openxmlformats.org/drawingml/2006/main">
              <a:ext uri="{FF2B5EF4-FFF2-40B4-BE49-F238E27FC236}">
                <a16:creationId xmlns:a16="http://schemas.microsoft.com/office/drawing/2014/main" id="{EB4684BC-E0E8-4F51-BB2D-234B52E5E69E}"/>
              </a:ext>
            </a:extLst>
          </p:cNvPr>
          <p:cNvSpPr>
            <a:spLocks xmlns:a="http://schemas.openxmlformats.org/drawingml/2006/main" noGrp="1"/>
          </p:cNvSpPr>
          <p:nvPr/>
        </p:nvSpPr>
        <p:spPr>
          <a:xfrm xmlns:a="http://schemas.openxmlformats.org/drawingml/2006/main">
            <a:off x="3952875" y="3876675"/>
            <a:ext cx="1809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defRPr sz="1800" b="1">
                <a:solidFill>
                  <a:srgbClr val="10152B"/>
                </a:solidFill>
                <a:latin typeface="Arial"/>
                <a:ea typeface="Arial"/>
                <a:cs typeface="Arial"/>
              </a:defRPr>
            </a:defPPr>
            <a:lvl1pPr>
              <a:defRPr sz="1800" b="1">
                <a:solidFill>
                  <a:srgbClr val="10152B"/>
                </a:solidFill>
                <a:latin typeface="Arial"/>
                <a:ea typeface="Arial"/>
                <a:cs typeface="Arial"/>
              </a:defRPr>
            </a:lvl1pPr>
            <a:lvl2pPr>
              <a:defRPr sz="1800" b="1">
                <a:solidFill>
                  <a:srgbClr val="10152B"/>
                </a:solidFill>
                <a:latin typeface="Arial"/>
                <a:ea typeface="Arial"/>
                <a:cs typeface="Arial"/>
              </a:defRPr>
            </a:lvl2pPr>
            <a:lvl3pPr>
              <a:defRPr sz="1800" b="1">
                <a:solidFill>
                  <a:srgbClr val="10152B"/>
                </a:solidFill>
                <a:latin typeface="Arial"/>
                <a:ea typeface="Arial"/>
                <a:cs typeface="Arial"/>
              </a:defRPr>
            </a:lvl3pPr>
            <a:lvl4pPr>
              <a:defRPr sz="1800" b="1">
                <a:solidFill>
                  <a:srgbClr val="10152B"/>
                </a:solidFill>
                <a:latin typeface="Arial"/>
                <a:ea typeface="Arial"/>
                <a:cs typeface="Arial"/>
              </a:defRPr>
            </a:lvl4pPr>
            <a:lvl5pPr>
              <a:defRPr sz="1800" b="1">
                <a:solidFill>
                  <a:srgbClr val="10152B"/>
                </a:solidFill>
                <a:latin typeface="Arial"/>
                <a:ea typeface="Arial"/>
                <a:cs typeface="Arial"/>
              </a:defRPr>
            </a:lvl5pPr>
            <a:lvl6pPr>
              <a:defRPr sz="1800" b="1">
                <a:solidFill>
                  <a:srgbClr val="10152B"/>
                </a:solidFill>
                <a:latin typeface="Arial"/>
                <a:ea typeface="Arial"/>
                <a:cs typeface="Arial"/>
              </a:defRPr>
            </a:lvl6pPr>
            <a:lvl7pPr>
              <a:defRPr sz="1800" b="1">
                <a:solidFill>
                  <a:srgbClr val="10152B"/>
                </a:solidFill>
                <a:latin typeface="Arial"/>
                <a:ea typeface="Arial"/>
                <a:cs typeface="Arial"/>
              </a:defRPr>
            </a:lvl7pPr>
            <a:lvl8pPr>
              <a:defRPr sz="1800" b="1">
                <a:solidFill>
                  <a:srgbClr val="10152B"/>
                </a:solidFill>
                <a:latin typeface="Arial"/>
                <a:ea typeface="Arial"/>
                <a:cs typeface="Arial"/>
              </a:defRPr>
            </a:lvl8pPr>
            <a:lvl9pPr>
              <a:defRPr sz="1800" b="1">
                <a:solidFill>
                  <a:srgbClr val="10152B"/>
                </a:solidFill>
                <a:latin typeface="Arial"/>
                <a:ea typeface="Arial"/>
                <a:cs typeface="Arial"/>
              </a:defRPr>
            </a:lvl9pPr>
          </a:lstStyle>
          <a:p xmlns:a="http://schemas.openxmlformats.org/drawingml/2006/main">
            <a:pPr>
              <a:defRPr sz="1800" b="1">
                <a:solidFill>
                  <a:srgbClr val="10152B"/>
                </a:solidFill>
                <a:latin typeface="Arial"/>
                <a:ea typeface="Arial"/>
                <a:cs typeface="Arial"/>
              </a:defRPr>
            </a:pPr>
            <a:r>
              <a:rPr sz="1800" b="1">
                <a:solidFill>
                  <a:srgbClr val="10152B"/>
                </a:solidFill>
                <a:latin typeface="Arial"/>
                <a:ea typeface="Arial"/>
                <a:cs typeface="Arial"/>
              </a:rPr>
              <a:t>82</a:t>
            </a:r>
          </a:p>
        </p:txBody>
      </p:sp>
      <p:sp>
        <p:nvSpPr>
          <p:cNvPr id="19" name="rpc-2">
            <a:extLst xmlns:a="http://schemas.openxmlformats.org/drawingml/2006/main">
              <a:ext uri="{FF2B5EF4-FFF2-40B4-BE49-F238E27FC236}">
                <a16:creationId xmlns:a16="http://schemas.microsoft.com/office/drawing/2014/main" id="{5E57F277-55DA-4B17-A1D4-002DA65CA19D}"/>
              </a:ext>
            </a:extLst>
          </p:cNvPr>
          <p:cNvSpPr>
            <a:spLocks xmlns:a="http://schemas.openxmlformats.org/drawingml/2006/main" noGrp="1"/>
          </p:cNvSpPr>
          <p:nvPr/>
        </p:nvSpPr>
        <p:spPr>
          <a:xfrm xmlns:a="http://schemas.openxmlformats.org/drawingml/2006/main">
            <a:off x="6667500" y="3876675"/>
            <a:ext cx="3714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defRPr sz="1800" b="0">
                <a:solidFill>
                  <a:srgbClr val="10152B"/>
                </a:solidFill>
                <a:latin typeface="Arial"/>
                <a:ea typeface="Arial"/>
                <a:cs typeface="Arial"/>
              </a:defRPr>
            </a:defPPr>
            <a:lvl1pPr>
              <a:defRPr sz="1800" b="0">
                <a:solidFill>
                  <a:srgbClr val="10152B"/>
                </a:solidFill>
                <a:latin typeface="Arial"/>
                <a:ea typeface="Arial"/>
                <a:cs typeface="Arial"/>
              </a:defRPr>
            </a:lvl1pPr>
            <a:lvl2pPr>
              <a:defRPr sz="1800" b="0">
                <a:solidFill>
                  <a:srgbClr val="10152B"/>
                </a:solidFill>
                <a:latin typeface="Arial"/>
                <a:ea typeface="Arial"/>
                <a:cs typeface="Arial"/>
              </a:defRPr>
            </a:lvl2pPr>
            <a:lvl3pPr>
              <a:defRPr sz="1800" b="0">
                <a:solidFill>
                  <a:srgbClr val="10152B"/>
                </a:solidFill>
                <a:latin typeface="Arial"/>
                <a:ea typeface="Arial"/>
                <a:cs typeface="Arial"/>
              </a:defRPr>
            </a:lvl3pPr>
            <a:lvl4pPr>
              <a:defRPr sz="1800" b="0">
                <a:solidFill>
                  <a:srgbClr val="10152B"/>
                </a:solidFill>
                <a:latin typeface="Arial"/>
                <a:ea typeface="Arial"/>
                <a:cs typeface="Arial"/>
              </a:defRPr>
            </a:lvl4pPr>
            <a:lvl5pPr>
              <a:defRPr sz="1800" b="0">
                <a:solidFill>
                  <a:srgbClr val="10152B"/>
                </a:solidFill>
                <a:latin typeface="Arial"/>
                <a:ea typeface="Arial"/>
                <a:cs typeface="Arial"/>
              </a:defRPr>
            </a:lvl5pPr>
            <a:lvl6pPr>
              <a:defRPr sz="1800" b="0">
                <a:solidFill>
                  <a:srgbClr val="10152B"/>
                </a:solidFill>
                <a:latin typeface="Arial"/>
                <a:ea typeface="Arial"/>
                <a:cs typeface="Arial"/>
              </a:defRPr>
            </a:lvl6pPr>
            <a:lvl7pPr>
              <a:defRPr sz="1800" b="0">
                <a:solidFill>
                  <a:srgbClr val="10152B"/>
                </a:solidFill>
                <a:latin typeface="Arial"/>
                <a:ea typeface="Arial"/>
                <a:cs typeface="Arial"/>
              </a:defRPr>
            </a:lvl7pPr>
            <a:lvl8pPr>
              <a:defRPr sz="1800" b="0">
                <a:solidFill>
                  <a:srgbClr val="10152B"/>
                </a:solidFill>
                <a:latin typeface="Arial"/>
                <a:ea typeface="Arial"/>
                <a:cs typeface="Arial"/>
              </a:defRPr>
            </a:lvl8pPr>
            <a:lvl9pPr>
              <a:defRPr sz="1800" b="0">
                <a:solidFill>
                  <a:srgbClr val="10152B"/>
                </a:solidFill>
                <a:latin typeface="Arial"/>
                <a:ea typeface="Arial"/>
                <a:cs typeface="Arial"/>
              </a:defRPr>
            </a:lvl9pPr>
          </a:lstStyle>
          <a:p xmlns:a="http://schemas.openxmlformats.org/drawingml/2006/main">
            <a:pPr>
              <a:defRPr sz="1800" b="0">
                <a:solidFill>
                  <a:srgbClr val="10152B"/>
                </a:solidFill>
                <a:latin typeface="Arial"/>
                <a:ea typeface="Arial"/>
                <a:cs typeface="Arial"/>
              </a:defRPr>
            </a:pPr>
            <a:r>
              <a:rPr sz="1800" b="0">
                <a:solidFill>
                  <a:srgbClr val="10152B"/>
                </a:solidFill>
                <a:latin typeface="Arial"/>
                <a:ea typeface="Arial"/>
                <a:cs typeface="Arial"/>
              </a:rPr>
              <a:t>$550.75</a:t>
            </a:r>
          </a:p>
        </p:txBody>
      </p:sp>
      <p:sp>
        <p:nvSpPr>
          <p:cNvPr id="20" name="seg-line-2">
            <a:extLst xmlns:a="http://schemas.openxmlformats.org/drawingml/2006/main">
              <a:ext uri="{FF2B5EF4-FFF2-40B4-BE49-F238E27FC236}">
                <a16:creationId xmlns:a16="http://schemas.microsoft.com/office/drawing/2014/main" id="{BFD3212E-6154-42ED-B6E3-48899C707192}"/>
              </a:ext>
            </a:extLst>
          </p:cNvPr>
          <p:cNvSpPr>
            <a:spLocks xmlns:a="http://schemas.openxmlformats.org/drawingml/2006/main" noGrp="1"/>
          </p:cNvSpPr>
          <p:nvPr/>
        </p:nvSpPr>
        <p:spPr>
          <a:xfrm xmlns:a="http://schemas.openxmlformats.org/drawingml/2006/main">
            <a:off x="685800" y="4333875"/>
            <a:ext cx="10191750" cy="0"/>
          </a:xfrm>
          <a:prstGeom xmlns:a="http://schemas.openxmlformats.org/drawingml/2006/main" prst="line">
            <a:avLst/>
          </a:prstGeom>
          <a:noFill xmlns:a="http://schemas.openxmlformats.org/drawingml/2006/main"/>
          <a:ln xmlns:a="http://schemas.openxmlformats.org/drawingml/2006/main" w="19050">
            <a:solidFill>
              <a:srgbClr val="D9DCE7"/>
            </a:solidFill>
            <a:prstDash val="solid"/>
          </a:ln>
        </p:spPr>
      </p:sp>
      <p:sp>
        <p:nvSpPr>
          <p:cNvPr id="21" name="seg-3">
            <a:extLst xmlns:a="http://schemas.openxmlformats.org/drawingml/2006/main">
              <a:ext uri="{FF2B5EF4-FFF2-40B4-BE49-F238E27FC236}">
                <a16:creationId xmlns:a16="http://schemas.microsoft.com/office/drawing/2014/main" id="{2D487A79-CB83-4FFD-ABD5-BB983DEB1408}"/>
              </a:ext>
            </a:extLst>
          </p:cNvPr>
          <p:cNvSpPr>
            <a:spLocks xmlns:a="http://schemas.openxmlformats.org/drawingml/2006/main" noGrp="1"/>
          </p:cNvSpPr>
          <p:nvPr/>
        </p:nvSpPr>
        <p:spPr>
          <a:xfrm xmlns:a="http://schemas.openxmlformats.org/drawingml/2006/main">
            <a:off x="685800" y="4419600"/>
            <a:ext cx="295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defRPr sz="1800" b="0">
                <a:solidFill>
                  <a:srgbClr val="596176"/>
                </a:solidFill>
                <a:latin typeface="Arial"/>
                <a:ea typeface="Arial"/>
                <a:cs typeface="Arial"/>
              </a:defRPr>
            </a:defPPr>
            <a:lvl1pPr>
              <a:defRPr sz="1800" b="0">
                <a:solidFill>
                  <a:srgbClr val="596176"/>
                </a:solidFill>
                <a:latin typeface="Arial"/>
                <a:ea typeface="Arial"/>
                <a:cs typeface="Arial"/>
              </a:defRPr>
            </a:lvl1pPr>
            <a:lvl2pPr>
              <a:defRPr sz="1800" b="0">
                <a:solidFill>
                  <a:srgbClr val="596176"/>
                </a:solidFill>
                <a:latin typeface="Arial"/>
                <a:ea typeface="Arial"/>
                <a:cs typeface="Arial"/>
              </a:defRPr>
            </a:lvl2pPr>
            <a:lvl3pPr>
              <a:defRPr sz="1800" b="0">
                <a:solidFill>
                  <a:srgbClr val="596176"/>
                </a:solidFill>
                <a:latin typeface="Arial"/>
                <a:ea typeface="Arial"/>
                <a:cs typeface="Arial"/>
              </a:defRPr>
            </a:lvl3pPr>
            <a:lvl4pPr>
              <a:defRPr sz="1800" b="0">
                <a:solidFill>
                  <a:srgbClr val="596176"/>
                </a:solidFill>
                <a:latin typeface="Arial"/>
                <a:ea typeface="Arial"/>
                <a:cs typeface="Arial"/>
              </a:defRPr>
            </a:lvl4pPr>
            <a:lvl5pPr>
              <a:defRPr sz="1800" b="0">
                <a:solidFill>
                  <a:srgbClr val="596176"/>
                </a:solidFill>
                <a:latin typeface="Arial"/>
                <a:ea typeface="Arial"/>
                <a:cs typeface="Arial"/>
              </a:defRPr>
            </a:lvl5pPr>
            <a:lvl6pPr>
              <a:defRPr sz="1800" b="0">
                <a:solidFill>
                  <a:srgbClr val="596176"/>
                </a:solidFill>
                <a:latin typeface="Arial"/>
                <a:ea typeface="Arial"/>
                <a:cs typeface="Arial"/>
              </a:defRPr>
            </a:lvl6pPr>
            <a:lvl7pPr>
              <a:defRPr sz="1800" b="0">
                <a:solidFill>
                  <a:srgbClr val="596176"/>
                </a:solidFill>
                <a:latin typeface="Arial"/>
                <a:ea typeface="Arial"/>
                <a:cs typeface="Arial"/>
              </a:defRPr>
            </a:lvl7pPr>
            <a:lvl8pPr>
              <a:defRPr sz="1800" b="0">
                <a:solidFill>
                  <a:srgbClr val="596176"/>
                </a:solidFill>
                <a:latin typeface="Arial"/>
                <a:ea typeface="Arial"/>
                <a:cs typeface="Arial"/>
              </a:defRPr>
            </a:lvl8pPr>
            <a:lvl9pPr>
              <a:defRPr sz="1800" b="0">
                <a:solidFill>
                  <a:srgbClr val="596176"/>
                </a:solidFill>
                <a:latin typeface="Arial"/>
                <a:ea typeface="Arial"/>
                <a:cs typeface="Arial"/>
              </a:defRPr>
            </a:lvl9pPr>
          </a:lstStyle>
          <a:p xmlns:a="http://schemas.openxmlformats.org/drawingml/2006/main">
            <a:pPr>
              <a:defRPr sz="1800" b="0">
                <a:solidFill>
                  <a:srgbClr val="596176"/>
                </a:solidFill>
                <a:latin typeface="Arial"/>
                <a:ea typeface="Arial"/>
                <a:cs typeface="Arial"/>
              </a:defRPr>
            </a:pPr>
            <a:r>
              <a:rPr sz="1800" b="0">
                <a:solidFill>
                  <a:srgbClr val="596176"/>
                </a:solidFill>
                <a:latin typeface="Arial"/>
                <a:ea typeface="Arial"/>
                <a:cs typeface="Arial"/>
              </a:rPr>
              <a:t>New</a:t>
            </a:r>
          </a:p>
        </p:txBody>
      </p:sp>
      <p:sp>
        <p:nvSpPr>
          <p:cNvPr id="22" name="cnt-3">
            <a:extLst xmlns:a="http://schemas.openxmlformats.org/drawingml/2006/main">
              <a:ext uri="{FF2B5EF4-FFF2-40B4-BE49-F238E27FC236}">
                <a16:creationId xmlns:a16="http://schemas.microsoft.com/office/drawing/2014/main" id="{AA9AF636-2060-45A1-B8FC-B0280C107BF6}"/>
              </a:ext>
            </a:extLst>
          </p:cNvPr>
          <p:cNvSpPr>
            <a:spLocks xmlns:a="http://schemas.openxmlformats.org/drawingml/2006/main" noGrp="1"/>
          </p:cNvSpPr>
          <p:nvPr/>
        </p:nvSpPr>
        <p:spPr>
          <a:xfrm xmlns:a="http://schemas.openxmlformats.org/drawingml/2006/main">
            <a:off x="3952875" y="4419600"/>
            <a:ext cx="1809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defRPr sz="1800" b="1">
                <a:solidFill>
                  <a:srgbClr val="10152B"/>
                </a:solidFill>
                <a:latin typeface="Arial"/>
                <a:ea typeface="Arial"/>
                <a:cs typeface="Arial"/>
              </a:defRPr>
            </a:defPPr>
            <a:lvl1pPr>
              <a:defRPr sz="1800" b="1">
                <a:solidFill>
                  <a:srgbClr val="10152B"/>
                </a:solidFill>
                <a:latin typeface="Arial"/>
                <a:ea typeface="Arial"/>
                <a:cs typeface="Arial"/>
              </a:defRPr>
            </a:lvl1pPr>
            <a:lvl2pPr>
              <a:defRPr sz="1800" b="1">
                <a:solidFill>
                  <a:srgbClr val="10152B"/>
                </a:solidFill>
                <a:latin typeface="Arial"/>
                <a:ea typeface="Arial"/>
                <a:cs typeface="Arial"/>
              </a:defRPr>
            </a:lvl2pPr>
            <a:lvl3pPr>
              <a:defRPr sz="1800" b="1">
                <a:solidFill>
                  <a:srgbClr val="10152B"/>
                </a:solidFill>
                <a:latin typeface="Arial"/>
                <a:ea typeface="Arial"/>
                <a:cs typeface="Arial"/>
              </a:defRPr>
            </a:lvl3pPr>
            <a:lvl4pPr>
              <a:defRPr sz="1800" b="1">
                <a:solidFill>
                  <a:srgbClr val="10152B"/>
                </a:solidFill>
                <a:latin typeface="Arial"/>
                <a:ea typeface="Arial"/>
                <a:cs typeface="Arial"/>
              </a:defRPr>
            </a:lvl4pPr>
            <a:lvl5pPr>
              <a:defRPr sz="1800" b="1">
                <a:solidFill>
                  <a:srgbClr val="10152B"/>
                </a:solidFill>
                <a:latin typeface="Arial"/>
                <a:ea typeface="Arial"/>
                <a:cs typeface="Arial"/>
              </a:defRPr>
            </a:lvl5pPr>
            <a:lvl6pPr>
              <a:defRPr sz="1800" b="1">
                <a:solidFill>
                  <a:srgbClr val="10152B"/>
                </a:solidFill>
                <a:latin typeface="Arial"/>
                <a:ea typeface="Arial"/>
                <a:cs typeface="Arial"/>
              </a:defRPr>
            </a:lvl6pPr>
            <a:lvl7pPr>
              <a:defRPr sz="1800" b="1">
                <a:solidFill>
                  <a:srgbClr val="10152B"/>
                </a:solidFill>
                <a:latin typeface="Arial"/>
                <a:ea typeface="Arial"/>
                <a:cs typeface="Arial"/>
              </a:defRPr>
            </a:lvl7pPr>
            <a:lvl8pPr>
              <a:defRPr sz="1800" b="1">
                <a:solidFill>
                  <a:srgbClr val="10152B"/>
                </a:solidFill>
                <a:latin typeface="Arial"/>
                <a:ea typeface="Arial"/>
                <a:cs typeface="Arial"/>
              </a:defRPr>
            </a:lvl8pPr>
            <a:lvl9pPr>
              <a:defRPr sz="1800" b="1">
                <a:solidFill>
                  <a:srgbClr val="10152B"/>
                </a:solidFill>
                <a:latin typeface="Arial"/>
                <a:ea typeface="Arial"/>
                <a:cs typeface="Arial"/>
              </a:defRPr>
            </a:lvl9pPr>
          </a:lstStyle>
          <a:p xmlns:a="http://schemas.openxmlformats.org/drawingml/2006/main">
            <a:pPr>
              <a:defRPr sz="1800" b="1">
                <a:solidFill>
                  <a:srgbClr val="10152B"/>
                </a:solidFill>
                <a:latin typeface="Arial"/>
                <a:ea typeface="Arial"/>
                <a:cs typeface="Arial"/>
              </a:defRPr>
            </a:pPr>
            <a:r>
              <a:rPr sz="1800" b="1">
                <a:solidFill>
                  <a:srgbClr val="10152B"/>
                </a:solidFill>
                <a:latin typeface="Arial"/>
                <a:ea typeface="Arial"/>
                <a:cs typeface="Arial"/>
              </a:rPr>
              <a:t>84</a:t>
            </a:r>
          </a:p>
        </p:txBody>
      </p:sp>
      <p:sp>
        <p:nvSpPr>
          <p:cNvPr id="23" name="rpc-3">
            <a:extLst xmlns:a="http://schemas.openxmlformats.org/drawingml/2006/main">
              <a:ext uri="{FF2B5EF4-FFF2-40B4-BE49-F238E27FC236}">
                <a16:creationId xmlns:a16="http://schemas.microsoft.com/office/drawing/2014/main" id="{22E6B9F5-275C-478C-AEE2-F04894572055}"/>
              </a:ext>
            </a:extLst>
          </p:cNvPr>
          <p:cNvSpPr>
            <a:spLocks xmlns:a="http://schemas.openxmlformats.org/drawingml/2006/main" noGrp="1"/>
          </p:cNvSpPr>
          <p:nvPr/>
        </p:nvSpPr>
        <p:spPr>
          <a:xfrm xmlns:a="http://schemas.openxmlformats.org/drawingml/2006/main">
            <a:off x="6667500" y="4419600"/>
            <a:ext cx="3714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defRPr sz="1800" b="0">
                <a:solidFill>
                  <a:srgbClr val="10152B"/>
                </a:solidFill>
                <a:latin typeface="Arial"/>
                <a:ea typeface="Arial"/>
                <a:cs typeface="Arial"/>
              </a:defRPr>
            </a:defPPr>
            <a:lvl1pPr>
              <a:defRPr sz="1800" b="0">
                <a:solidFill>
                  <a:srgbClr val="10152B"/>
                </a:solidFill>
                <a:latin typeface="Arial"/>
                <a:ea typeface="Arial"/>
                <a:cs typeface="Arial"/>
              </a:defRPr>
            </a:lvl1pPr>
            <a:lvl2pPr>
              <a:defRPr sz="1800" b="0">
                <a:solidFill>
                  <a:srgbClr val="10152B"/>
                </a:solidFill>
                <a:latin typeface="Arial"/>
                <a:ea typeface="Arial"/>
                <a:cs typeface="Arial"/>
              </a:defRPr>
            </a:lvl2pPr>
            <a:lvl3pPr>
              <a:defRPr sz="1800" b="0">
                <a:solidFill>
                  <a:srgbClr val="10152B"/>
                </a:solidFill>
                <a:latin typeface="Arial"/>
                <a:ea typeface="Arial"/>
                <a:cs typeface="Arial"/>
              </a:defRPr>
            </a:lvl3pPr>
            <a:lvl4pPr>
              <a:defRPr sz="1800" b="0">
                <a:solidFill>
                  <a:srgbClr val="10152B"/>
                </a:solidFill>
                <a:latin typeface="Arial"/>
                <a:ea typeface="Arial"/>
                <a:cs typeface="Arial"/>
              </a:defRPr>
            </a:lvl4pPr>
            <a:lvl5pPr>
              <a:defRPr sz="1800" b="0">
                <a:solidFill>
                  <a:srgbClr val="10152B"/>
                </a:solidFill>
                <a:latin typeface="Arial"/>
                <a:ea typeface="Arial"/>
                <a:cs typeface="Arial"/>
              </a:defRPr>
            </a:lvl5pPr>
            <a:lvl6pPr>
              <a:defRPr sz="1800" b="0">
                <a:solidFill>
                  <a:srgbClr val="10152B"/>
                </a:solidFill>
                <a:latin typeface="Arial"/>
                <a:ea typeface="Arial"/>
                <a:cs typeface="Arial"/>
              </a:defRPr>
            </a:lvl6pPr>
            <a:lvl7pPr>
              <a:defRPr sz="1800" b="0">
                <a:solidFill>
                  <a:srgbClr val="10152B"/>
                </a:solidFill>
                <a:latin typeface="Arial"/>
                <a:ea typeface="Arial"/>
                <a:cs typeface="Arial"/>
              </a:defRPr>
            </a:lvl7pPr>
            <a:lvl8pPr>
              <a:defRPr sz="1800" b="0">
                <a:solidFill>
                  <a:srgbClr val="10152B"/>
                </a:solidFill>
                <a:latin typeface="Arial"/>
                <a:ea typeface="Arial"/>
                <a:cs typeface="Arial"/>
              </a:defRPr>
            </a:lvl8pPr>
            <a:lvl9pPr>
              <a:defRPr sz="1800" b="0">
                <a:solidFill>
                  <a:srgbClr val="10152B"/>
                </a:solidFill>
                <a:latin typeface="Arial"/>
                <a:ea typeface="Arial"/>
                <a:cs typeface="Arial"/>
              </a:defRPr>
            </a:lvl9pPr>
          </a:lstStyle>
          <a:p xmlns:a="http://schemas.openxmlformats.org/drawingml/2006/main">
            <a:pPr>
              <a:defRPr sz="1800" b="0">
                <a:solidFill>
                  <a:srgbClr val="10152B"/>
                </a:solidFill>
                <a:latin typeface="Arial"/>
                <a:ea typeface="Arial"/>
                <a:cs typeface="Arial"/>
              </a:defRPr>
            </a:pPr>
            <a:r>
              <a:rPr sz="1800" b="0">
                <a:solidFill>
                  <a:srgbClr val="10152B"/>
                </a:solidFill>
                <a:latin typeface="Arial"/>
                <a:ea typeface="Arial"/>
                <a:cs typeface="Arial"/>
              </a:rPr>
              <a:t>$91.86</a:t>
            </a:r>
          </a:p>
        </p:txBody>
      </p:sp>
      <p:sp>
        <p:nvSpPr>
          <p:cNvPr id="24" name="seg-line-3">
            <a:extLst xmlns:a="http://schemas.openxmlformats.org/drawingml/2006/main">
              <a:ext uri="{FF2B5EF4-FFF2-40B4-BE49-F238E27FC236}">
                <a16:creationId xmlns:a16="http://schemas.microsoft.com/office/drawing/2014/main" id="{8FE6A752-1FB5-451B-A56E-71344B2E60EB}"/>
              </a:ext>
            </a:extLst>
          </p:cNvPr>
          <p:cNvSpPr>
            <a:spLocks xmlns:a="http://schemas.openxmlformats.org/drawingml/2006/main" noGrp="1"/>
          </p:cNvSpPr>
          <p:nvPr/>
        </p:nvSpPr>
        <p:spPr>
          <a:xfrm xmlns:a="http://schemas.openxmlformats.org/drawingml/2006/main">
            <a:off x="685800" y="4876800"/>
            <a:ext cx="10191750" cy="0"/>
          </a:xfrm>
          <a:prstGeom xmlns:a="http://schemas.openxmlformats.org/drawingml/2006/main" prst="line">
            <a:avLst/>
          </a:prstGeom>
          <a:noFill xmlns:a="http://schemas.openxmlformats.org/drawingml/2006/main"/>
          <a:ln xmlns:a="http://schemas.openxmlformats.org/drawingml/2006/main" w="19050">
            <a:solidFill>
              <a:srgbClr val="D9DCE7"/>
            </a:solidFill>
            <a:prstDash val="solid"/>
          </a:ln>
        </p:spPr>
      </p:sp>
      <p:sp>
        <p:nvSpPr>
          <p:cNvPr id="25" name="seg-4">
            <a:extLst xmlns:a="http://schemas.openxmlformats.org/drawingml/2006/main">
              <a:ext uri="{FF2B5EF4-FFF2-40B4-BE49-F238E27FC236}">
                <a16:creationId xmlns:a16="http://schemas.microsoft.com/office/drawing/2014/main" id="{A89AB764-34C5-4E34-BCA1-9E55CC7119B2}"/>
              </a:ext>
            </a:extLst>
          </p:cNvPr>
          <p:cNvSpPr>
            <a:spLocks xmlns:a="http://schemas.openxmlformats.org/drawingml/2006/main" noGrp="1"/>
          </p:cNvSpPr>
          <p:nvPr/>
        </p:nvSpPr>
        <p:spPr>
          <a:xfrm xmlns:a="http://schemas.openxmlformats.org/drawingml/2006/main">
            <a:off x="685800" y="4962525"/>
            <a:ext cx="295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defRPr sz="1800" b="0">
                <a:solidFill>
                  <a:srgbClr val="596176"/>
                </a:solidFill>
                <a:latin typeface="Arial"/>
                <a:ea typeface="Arial"/>
                <a:cs typeface="Arial"/>
              </a:defRPr>
            </a:defPPr>
            <a:lvl1pPr>
              <a:defRPr sz="1800" b="0">
                <a:solidFill>
                  <a:srgbClr val="596176"/>
                </a:solidFill>
                <a:latin typeface="Arial"/>
                <a:ea typeface="Arial"/>
                <a:cs typeface="Arial"/>
              </a:defRPr>
            </a:lvl1pPr>
            <a:lvl2pPr>
              <a:defRPr sz="1800" b="0">
                <a:solidFill>
                  <a:srgbClr val="596176"/>
                </a:solidFill>
                <a:latin typeface="Arial"/>
                <a:ea typeface="Arial"/>
                <a:cs typeface="Arial"/>
              </a:defRPr>
            </a:lvl2pPr>
            <a:lvl3pPr>
              <a:defRPr sz="1800" b="0">
                <a:solidFill>
                  <a:srgbClr val="596176"/>
                </a:solidFill>
                <a:latin typeface="Arial"/>
                <a:ea typeface="Arial"/>
                <a:cs typeface="Arial"/>
              </a:defRPr>
            </a:lvl3pPr>
            <a:lvl4pPr>
              <a:defRPr sz="1800" b="0">
                <a:solidFill>
                  <a:srgbClr val="596176"/>
                </a:solidFill>
                <a:latin typeface="Arial"/>
                <a:ea typeface="Arial"/>
                <a:cs typeface="Arial"/>
              </a:defRPr>
            </a:lvl4pPr>
            <a:lvl5pPr>
              <a:defRPr sz="1800" b="0">
                <a:solidFill>
                  <a:srgbClr val="596176"/>
                </a:solidFill>
                <a:latin typeface="Arial"/>
                <a:ea typeface="Arial"/>
                <a:cs typeface="Arial"/>
              </a:defRPr>
            </a:lvl5pPr>
            <a:lvl6pPr>
              <a:defRPr sz="1800" b="0">
                <a:solidFill>
                  <a:srgbClr val="596176"/>
                </a:solidFill>
                <a:latin typeface="Arial"/>
                <a:ea typeface="Arial"/>
                <a:cs typeface="Arial"/>
              </a:defRPr>
            </a:lvl6pPr>
            <a:lvl7pPr>
              <a:defRPr sz="1800" b="0">
                <a:solidFill>
                  <a:srgbClr val="596176"/>
                </a:solidFill>
                <a:latin typeface="Arial"/>
                <a:ea typeface="Arial"/>
                <a:cs typeface="Arial"/>
              </a:defRPr>
            </a:lvl7pPr>
            <a:lvl8pPr>
              <a:defRPr sz="1800" b="0">
                <a:solidFill>
                  <a:srgbClr val="596176"/>
                </a:solidFill>
                <a:latin typeface="Arial"/>
                <a:ea typeface="Arial"/>
                <a:cs typeface="Arial"/>
              </a:defRPr>
            </a:lvl8pPr>
            <a:lvl9pPr>
              <a:defRPr sz="1800" b="0">
                <a:solidFill>
                  <a:srgbClr val="596176"/>
                </a:solidFill>
                <a:latin typeface="Arial"/>
                <a:ea typeface="Arial"/>
                <a:cs typeface="Arial"/>
              </a:defRPr>
            </a:lvl9pPr>
          </a:lstStyle>
          <a:p xmlns:a="http://schemas.openxmlformats.org/drawingml/2006/main">
            <a:pPr>
              <a:defRPr sz="1800" b="0">
                <a:solidFill>
                  <a:srgbClr val="596176"/>
                </a:solidFill>
                <a:latin typeface="Arial"/>
                <a:ea typeface="Arial"/>
                <a:cs typeface="Arial"/>
              </a:defRPr>
            </a:pPr>
            <a:r>
              <a:rPr sz="1800" b="0">
                <a:solidFill>
                  <a:srgbClr val="596176"/>
                </a:solidFill>
                <a:latin typeface="Arial"/>
                <a:ea typeface="Arial"/>
                <a:cs typeface="Arial"/>
              </a:rPr>
              <a:t>Hibernating</a:t>
            </a:r>
          </a:p>
        </p:txBody>
      </p:sp>
      <p:sp>
        <p:nvSpPr>
          <p:cNvPr id="26" name="cnt-4">
            <a:extLst xmlns:a="http://schemas.openxmlformats.org/drawingml/2006/main">
              <a:ext uri="{FF2B5EF4-FFF2-40B4-BE49-F238E27FC236}">
                <a16:creationId xmlns:a16="http://schemas.microsoft.com/office/drawing/2014/main" id="{358DF9D3-03CA-4A8E-A9E3-CB0C9238D75D}"/>
              </a:ext>
            </a:extLst>
          </p:cNvPr>
          <p:cNvSpPr>
            <a:spLocks xmlns:a="http://schemas.openxmlformats.org/drawingml/2006/main" noGrp="1"/>
          </p:cNvSpPr>
          <p:nvPr/>
        </p:nvSpPr>
        <p:spPr>
          <a:xfrm xmlns:a="http://schemas.openxmlformats.org/drawingml/2006/main">
            <a:off x="3952875" y="4962525"/>
            <a:ext cx="1809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defRPr sz="1800" b="1">
                <a:solidFill>
                  <a:srgbClr val="10152B"/>
                </a:solidFill>
                <a:latin typeface="Arial"/>
                <a:ea typeface="Arial"/>
                <a:cs typeface="Arial"/>
              </a:defRPr>
            </a:defPPr>
            <a:lvl1pPr>
              <a:defRPr sz="1800" b="1">
                <a:solidFill>
                  <a:srgbClr val="10152B"/>
                </a:solidFill>
                <a:latin typeface="Arial"/>
                <a:ea typeface="Arial"/>
                <a:cs typeface="Arial"/>
              </a:defRPr>
            </a:lvl1pPr>
            <a:lvl2pPr>
              <a:defRPr sz="1800" b="1">
                <a:solidFill>
                  <a:srgbClr val="10152B"/>
                </a:solidFill>
                <a:latin typeface="Arial"/>
                <a:ea typeface="Arial"/>
                <a:cs typeface="Arial"/>
              </a:defRPr>
            </a:lvl2pPr>
            <a:lvl3pPr>
              <a:defRPr sz="1800" b="1">
                <a:solidFill>
                  <a:srgbClr val="10152B"/>
                </a:solidFill>
                <a:latin typeface="Arial"/>
                <a:ea typeface="Arial"/>
                <a:cs typeface="Arial"/>
              </a:defRPr>
            </a:lvl3pPr>
            <a:lvl4pPr>
              <a:defRPr sz="1800" b="1">
                <a:solidFill>
                  <a:srgbClr val="10152B"/>
                </a:solidFill>
                <a:latin typeface="Arial"/>
                <a:ea typeface="Arial"/>
                <a:cs typeface="Arial"/>
              </a:defRPr>
            </a:lvl4pPr>
            <a:lvl5pPr>
              <a:defRPr sz="1800" b="1">
                <a:solidFill>
                  <a:srgbClr val="10152B"/>
                </a:solidFill>
                <a:latin typeface="Arial"/>
                <a:ea typeface="Arial"/>
                <a:cs typeface="Arial"/>
              </a:defRPr>
            </a:lvl5pPr>
            <a:lvl6pPr>
              <a:defRPr sz="1800" b="1">
                <a:solidFill>
                  <a:srgbClr val="10152B"/>
                </a:solidFill>
                <a:latin typeface="Arial"/>
                <a:ea typeface="Arial"/>
                <a:cs typeface="Arial"/>
              </a:defRPr>
            </a:lvl6pPr>
            <a:lvl7pPr>
              <a:defRPr sz="1800" b="1">
                <a:solidFill>
                  <a:srgbClr val="10152B"/>
                </a:solidFill>
                <a:latin typeface="Arial"/>
                <a:ea typeface="Arial"/>
                <a:cs typeface="Arial"/>
              </a:defRPr>
            </a:lvl7pPr>
            <a:lvl8pPr>
              <a:defRPr sz="1800" b="1">
                <a:solidFill>
                  <a:srgbClr val="10152B"/>
                </a:solidFill>
                <a:latin typeface="Arial"/>
                <a:ea typeface="Arial"/>
                <a:cs typeface="Arial"/>
              </a:defRPr>
            </a:lvl8pPr>
            <a:lvl9pPr>
              <a:defRPr sz="1800" b="1">
                <a:solidFill>
                  <a:srgbClr val="10152B"/>
                </a:solidFill>
                <a:latin typeface="Arial"/>
                <a:ea typeface="Arial"/>
                <a:cs typeface="Arial"/>
              </a:defRPr>
            </a:lvl9pPr>
          </a:lstStyle>
          <a:p xmlns:a="http://schemas.openxmlformats.org/drawingml/2006/main">
            <a:pPr>
              <a:defRPr sz="1800" b="1">
                <a:solidFill>
                  <a:srgbClr val="10152B"/>
                </a:solidFill>
                <a:latin typeface="Arial"/>
                <a:ea typeface="Arial"/>
                <a:cs typeface="Arial"/>
              </a:defRPr>
            </a:pPr>
            <a:r>
              <a:rPr sz="1800" b="1">
                <a:solidFill>
                  <a:srgbClr val="10152B"/>
                </a:solidFill>
                <a:latin typeface="Arial"/>
                <a:ea typeface="Arial"/>
                <a:cs typeface="Arial"/>
              </a:rPr>
              <a:t>107</a:t>
            </a:r>
          </a:p>
        </p:txBody>
      </p:sp>
      <p:sp>
        <p:nvSpPr>
          <p:cNvPr id="27" name="rpc-4">
            <a:extLst xmlns:a="http://schemas.openxmlformats.org/drawingml/2006/main">
              <a:ext uri="{FF2B5EF4-FFF2-40B4-BE49-F238E27FC236}">
                <a16:creationId xmlns:a16="http://schemas.microsoft.com/office/drawing/2014/main" id="{BC2281F6-2A89-4324-B9AA-27C22FD78128}"/>
              </a:ext>
            </a:extLst>
          </p:cNvPr>
          <p:cNvSpPr>
            <a:spLocks xmlns:a="http://schemas.openxmlformats.org/drawingml/2006/main" noGrp="1"/>
          </p:cNvSpPr>
          <p:nvPr/>
        </p:nvSpPr>
        <p:spPr>
          <a:xfrm xmlns:a="http://schemas.openxmlformats.org/drawingml/2006/main">
            <a:off x="6667500" y="4962525"/>
            <a:ext cx="3714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defRPr sz="1800" b="0">
                <a:solidFill>
                  <a:srgbClr val="10152B"/>
                </a:solidFill>
                <a:latin typeface="Arial"/>
                <a:ea typeface="Arial"/>
                <a:cs typeface="Arial"/>
              </a:defRPr>
            </a:defPPr>
            <a:lvl1pPr>
              <a:defRPr sz="1800" b="0">
                <a:solidFill>
                  <a:srgbClr val="10152B"/>
                </a:solidFill>
                <a:latin typeface="Arial"/>
                <a:ea typeface="Arial"/>
                <a:cs typeface="Arial"/>
              </a:defRPr>
            </a:lvl1pPr>
            <a:lvl2pPr>
              <a:defRPr sz="1800" b="0">
                <a:solidFill>
                  <a:srgbClr val="10152B"/>
                </a:solidFill>
                <a:latin typeface="Arial"/>
                <a:ea typeface="Arial"/>
                <a:cs typeface="Arial"/>
              </a:defRPr>
            </a:lvl2pPr>
            <a:lvl3pPr>
              <a:defRPr sz="1800" b="0">
                <a:solidFill>
                  <a:srgbClr val="10152B"/>
                </a:solidFill>
                <a:latin typeface="Arial"/>
                <a:ea typeface="Arial"/>
                <a:cs typeface="Arial"/>
              </a:defRPr>
            </a:lvl3pPr>
            <a:lvl4pPr>
              <a:defRPr sz="1800" b="0">
                <a:solidFill>
                  <a:srgbClr val="10152B"/>
                </a:solidFill>
                <a:latin typeface="Arial"/>
                <a:ea typeface="Arial"/>
                <a:cs typeface="Arial"/>
              </a:defRPr>
            </a:lvl4pPr>
            <a:lvl5pPr>
              <a:defRPr sz="1800" b="0">
                <a:solidFill>
                  <a:srgbClr val="10152B"/>
                </a:solidFill>
                <a:latin typeface="Arial"/>
                <a:ea typeface="Arial"/>
                <a:cs typeface="Arial"/>
              </a:defRPr>
            </a:lvl5pPr>
            <a:lvl6pPr>
              <a:defRPr sz="1800" b="0">
                <a:solidFill>
                  <a:srgbClr val="10152B"/>
                </a:solidFill>
                <a:latin typeface="Arial"/>
                <a:ea typeface="Arial"/>
                <a:cs typeface="Arial"/>
              </a:defRPr>
            </a:lvl6pPr>
            <a:lvl7pPr>
              <a:defRPr sz="1800" b="0">
                <a:solidFill>
                  <a:srgbClr val="10152B"/>
                </a:solidFill>
                <a:latin typeface="Arial"/>
                <a:ea typeface="Arial"/>
                <a:cs typeface="Arial"/>
              </a:defRPr>
            </a:lvl7pPr>
            <a:lvl8pPr>
              <a:defRPr sz="1800" b="0">
                <a:solidFill>
                  <a:srgbClr val="10152B"/>
                </a:solidFill>
                <a:latin typeface="Arial"/>
                <a:ea typeface="Arial"/>
                <a:cs typeface="Arial"/>
              </a:defRPr>
            </a:lvl8pPr>
            <a:lvl9pPr>
              <a:defRPr sz="1800" b="0">
                <a:solidFill>
                  <a:srgbClr val="10152B"/>
                </a:solidFill>
                <a:latin typeface="Arial"/>
                <a:ea typeface="Arial"/>
                <a:cs typeface="Arial"/>
              </a:defRPr>
            </a:lvl9pPr>
          </a:lstStyle>
          <a:p xmlns:a="http://schemas.openxmlformats.org/drawingml/2006/main">
            <a:pPr>
              <a:defRPr sz="1800" b="0">
                <a:solidFill>
                  <a:srgbClr val="10152B"/>
                </a:solidFill>
                <a:latin typeface="Arial"/>
                <a:ea typeface="Arial"/>
                <a:cs typeface="Arial"/>
              </a:defRPr>
            </a:pPr>
            <a:r>
              <a:rPr sz="1800" b="0">
                <a:solidFill>
                  <a:srgbClr val="10152B"/>
                </a:solidFill>
                <a:latin typeface="Arial"/>
                <a:ea typeface="Arial"/>
                <a:cs typeface="Arial"/>
              </a:rPr>
              <a:t>$88.92</a:t>
            </a:r>
          </a:p>
        </p:txBody>
      </p:sp>
      <p:sp>
        <p:nvSpPr>
          <p:cNvPr id="28" name="seg-line-4">
            <a:extLst xmlns:a="http://schemas.openxmlformats.org/drawingml/2006/main">
              <a:ext uri="{FF2B5EF4-FFF2-40B4-BE49-F238E27FC236}">
                <a16:creationId xmlns:a16="http://schemas.microsoft.com/office/drawing/2014/main" id="{C352DB14-7AA2-4F39-8766-6BECF9B43B1C}"/>
              </a:ext>
            </a:extLst>
          </p:cNvPr>
          <p:cNvSpPr>
            <a:spLocks xmlns:a="http://schemas.openxmlformats.org/drawingml/2006/main" noGrp="1"/>
          </p:cNvSpPr>
          <p:nvPr/>
        </p:nvSpPr>
        <p:spPr>
          <a:xfrm xmlns:a="http://schemas.openxmlformats.org/drawingml/2006/main">
            <a:off x="685800" y="5419725"/>
            <a:ext cx="10191750" cy="0"/>
          </a:xfrm>
          <a:prstGeom xmlns:a="http://schemas.openxmlformats.org/drawingml/2006/main" prst="line">
            <a:avLst/>
          </a:prstGeom>
          <a:noFill xmlns:a="http://schemas.openxmlformats.org/drawingml/2006/main"/>
          <a:ln xmlns:a="http://schemas.openxmlformats.org/drawingml/2006/main" w="19050">
            <a:solidFill>
              <a:srgbClr val="D9DCE7"/>
            </a:solidFill>
            <a:prstDash val="solid"/>
          </a:ln>
        </p:spPr>
      </p:sp>
      <p:sp>
        <p:nvSpPr>
          <p:cNvPr id="29" name="recommendation">
            <a:extLst xmlns:a="http://schemas.openxmlformats.org/drawingml/2006/main">
              <a:ext uri="{FF2B5EF4-FFF2-40B4-BE49-F238E27FC236}">
                <a16:creationId xmlns:a16="http://schemas.microsoft.com/office/drawing/2014/main" id="{90A190DE-F3C9-4B2B-AFD6-450CDABEE33E}"/>
              </a:ext>
            </a:extLst>
          </p:cNvPr>
          <p:cNvSpPr>
            <a:spLocks xmlns:a="http://schemas.openxmlformats.org/drawingml/2006/main" noGrp="1"/>
          </p:cNvSpPr>
          <p:nvPr/>
        </p:nvSpPr>
        <p:spPr>
          <a:xfrm xmlns:a="http://schemas.openxmlformats.org/drawingml/2006/main">
            <a:off x="685800" y="5619750"/>
            <a:ext cx="10477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defRPr sz="1725" b="1">
                <a:solidFill>
                  <a:srgbClr val="713BCC"/>
                </a:solidFill>
                <a:latin typeface="Arial"/>
                <a:ea typeface="Arial"/>
                <a:cs typeface="Arial"/>
              </a:defRPr>
            </a:defPPr>
            <a:lvl1pPr>
              <a:defRPr sz="1725" b="1">
                <a:solidFill>
                  <a:srgbClr val="713BCC"/>
                </a:solidFill>
                <a:latin typeface="Arial"/>
                <a:ea typeface="Arial"/>
                <a:cs typeface="Arial"/>
              </a:defRPr>
            </a:lvl1pPr>
            <a:lvl2pPr>
              <a:defRPr sz="1725" b="1">
                <a:solidFill>
                  <a:srgbClr val="713BCC"/>
                </a:solidFill>
                <a:latin typeface="Arial"/>
                <a:ea typeface="Arial"/>
                <a:cs typeface="Arial"/>
              </a:defRPr>
            </a:lvl2pPr>
            <a:lvl3pPr>
              <a:defRPr sz="1725" b="1">
                <a:solidFill>
                  <a:srgbClr val="713BCC"/>
                </a:solidFill>
                <a:latin typeface="Arial"/>
                <a:ea typeface="Arial"/>
                <a:cs typeface="Arial"/>
              </a:defRPr>
            </a:lvl3pPr>
            <a:lvl4pPr>
              <a:defRPr sz="1725" b="1">
                <a:solidFill>
                  <a:srgbClr val="713BCC"/>
                </a:solidFill>
                <a:latin typeface="Arial"/>
                <a:ea typeface="Arial"/>
                <a:cs typeface="Arial"/>
              </a:defRPr>
            </a:lvl4pPr>
            <a:lvl5pPr>
              <a:defRPr sz="1725" b="1">
                <a:solidFill>
                  <a:srgbClr val="713BCC"/>
                </a:solidFill>
                <a:latin typeface="Arial"/>
                <a:ea typeface="Arial"/>
                <a:cs typeface="Arial"/>
              </a:defRPr>
            </a:lvl5pPr>
            <a:lvl6pPr>
              <a:defRPr sz="1725" b="1">
                <a:solidFill>
                  <a:srgbClr val="713BCC"/>
                </a:solidFill>
                <a:latin typeface="Arial"/>
                <a:ea typeface="Arial"/>
                <a:cs typeface="Arial"/>
              </a:defRPr>
            </a:lvl6pPr>
            <a:lvl7pPr>
              <a:defRPr sz="1725" b="1">
                <a:solidFill>
                  <a:srgbClr val="713BCC"/>
                </a:solidFill>
                <a:latin typeface="Arial"/>
                <a:ea typeface="Arial"/>
                <a:cs typeface="Arial"/>
              </a:defRPr>
            </a:lvl7pPr>
            <a:lvl8pPr>
              <a:defRPr sz="1725" b="1">
                <a:solidFill>
                  <a:srgbClr val="713BCC"/>
                </a:solidFill>
                <a:latin typeface="Arial"/>
                <a:ea typeface="Arial"/>
                <a:cs typeface="Arial"/>
              </a:defRPr>
            </a:lvl8pPr>
            <a:lvl9pPr>
              <a:defRPr sz="1725" b="1">
                <a:solidFill>
                  <a:srgbClr val="713BCC"/>
                </a:solidFill>
                <a:latin typeface="Arial"/>
                <a:ea typeface="Arial"/>
                <a:cs typeface="Arial"/>
              </a:defRPr>
            </a:lvl9pPr>
          </a:lstStyle>
          <a:p xmlns:a="http://schemas.openxmlformats.org/drawingml/2006/main">
            <a:pPr>
              <a:defRPr sz="1725" b="1">
                <a:solidFill>
                  <a:srgbClr val="713BCC"/>
                </a:solidFill>
                <a:latin typeface="Arial"/>
                <a:ea typeface="Arial"/>
                <a:cs typeface="Arial"/>
              </a:defRPr>
            </a:pPr>
            <a:r>
              <a:rPr sz="1725" b="1">
                <a:solidFill>
                  <a:srgbClr val="713BCC"/>
                </a:solidFill>
                <a:latin typeface="Arial"/>
                <a:ea typeface="Arial"/>
                <a:cs typeface="Arial"/>
              </a:rPr>
              <a:t>First investment: protect Champion retention and referrals.</a:t>
            </a:r>
          </a:p>
        </p:txBody>
      </p:sp>
      <p:sp>
        <p:nvSpPr>
          <p:cNvPr id="30" name="footer-divider">
            <a:extLst xmlns:a="http://schemas.openxmlformats.org/drawingml/2006/main">
              <a:ext uri="{FF2B5EF4-FFF2-40B4-BE49-F238E27FC236}">
                <a16:creationId xmlns:a16="http://schemas.microsoft.com/office/drawing/2014/main" id="{260CBB1B-837C-46C1-9CF0-2060A3440D42}"/>
              </a:ext>
            </a:extLst>
          </p:cNvPr>
          <p:cNvSpPr>
            <a:spLocks xmlns:a="http://schemas.openxmlformats.org/drawingml/2006/main" noGrp="1"/>
          </p:cNvSpPr>
          <p:nvPr/>
        </p:nvSpPr>
        <p:spPr>
          <a:xfrm xmlns:a="http://schemas.openxmlformats.org/drawingml/2006/main">
            <a:off x="685800" y="6210300"/>
            <a:ext cx="10810875" cy="0"/>
          </a:xfrm>
          <a:prstGeom xmlns:a="http://schemas.openxmlformats.org/drawingml/2006/main" prst="line">
            <a:avLst/>
          </a:prstGeom>
          <a:noFill xmlns:a="http://schemas.openxmlformats.org/drawingml/2006/main"/>
          <a:ln xmlns:a="http://schemas.openxmlformats.org/drawingml/2006/main" w="19050">
            <a:solidFill>
              <a:srgbClr val="D9DCE7"/>
            </a:solidFill>
            <a:prstDash val="solid"/>
          </a:ln>
        </p:spPr>
      </p:sp>
      <p:sp>
        <p:nvSpPr>
          <p:cNvPr id="31" name="footer">
            <a:extLst xmlns:a="http://schemas.openxmlformats.org/drawingml/2006/main">
              <a:ext uri="{FF2B5EF4-FFF2-40B4-BE49-F238E27FC236}">
                <a16:creationId xmlns:a16="http://schemas.microsoft.com/office/drawing/2014/main" id="{8DC869EA-D257-4DD9-8E69-4823E07C0CFF}"/>
              </a:ext>
            </a:extLst>
          </p:cNvPr>
          <p:cNvSpPr>
            <a:spLocks xmlns:a="http://schemas.openxmlformats.org/drawingml/2006/main" noGrp="1"/>
          </p:cNvSpPr>
          <p:nvPr/>
        </p:nvSpPr>
        <p:spPr>
          <a:xfrm xmlns:a="http://schemas.openxmlformats.org/drawingml/2006/main">
            <a:off x="685800" y="6362700"/>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defRPr sz="975" b="1">
                <a:solidFill>
                  <a:srgbClr val="596176"/>
                </a:solidFill>
                <a:latin typeface="Arial"/>
                <a:ea typeface="Arial"/>
                <a:cs typeface="Arial"/>
              </a:defRPr>
            </a:defPPr>
            <a:lvl1pPr>
              <a:defRPr sz="975" b="1">
                <a:solidFill>
                  <a:srgbClr val="596176"/>
                </a:solidFill>
                <a:latin typeface="Arial"/>
                <a:ea typeface="Arial"/>
                <a:cs typeface="Arial"/>
              </a:defRPr>
            </a:lvl1pPr>
            <a:lvl2pPr>
              <a:defRPr sz="975" b="1">
                <a:solidFill>
                  <a:srgbClr val="596176"/>
                </a:solidFill>
                <a:latin typeface="Arial"/>
                <a:ea typeface="Arial"/>
                <a:cs typeface="Arial"/>
              </a:defRPr>
            </a:lvl2pPr>
            <a:lvl3pPr>
              <a:defRPr sz="975" b="1">
                <a:solidFill>
                  <a:srgbClr val="596176"/>
                </a:solidFill>
                <a:latin typeface="Arial"/>
                <a:ea typeface="Arial"/>
                <a:cs typeface="Arial"/>
              </a:defRPr>
            </a:lvl3pPr>
            <a:lvl4pPr>
              <a:defRPr sz="975" b="1">
                <a:solidFill>
                  <a:srgbClr val="596176"/>
                </a:solidFill>
                <a:latin typeface="Arial"/>
                <a:ea typeface="Arial"/>
                <a:cs typeface="Arial"/>
              </a:defRPr>
            </a:lvl4pPr>
            <a:lvl5pPr>
              <a:defRPr sz="975" b="1">
                <a:solidFill>
                  <a:srgbClr val="596176"/>
                </a:solidFill>
                <a:latin typeface="Arial"/>
                <a:ea typeface="Arial"/>
                <a:cs typeface="Arial"/>
              </a:defRPr>
            </a:lvl5pPr>
            <a:lvl6pPr>
              <a:defRPr sz="975" b="1">
                <a:solidFill>
                  <a:srgbClr val="596176"/>
                </a:solidFill>
                <a:latin typeface="Arial"/>
                <a:ea typeface="Arial"/>
                <a:cs typeface="Arial"/>
              </a:defRPr>
            </a:lvl6pPr>
            <a:lvl7pPr>
              <a:defRPr sz="975" b="1">
                <a:solidFill>
                  <a:srgbClr val="596176"/>
                </a:solidFill>
                <a:latin typeface="Arial"/>
                <a:ea typeface="Arial"/>
                <a:cs typeface="Arial"/>
              </a:defRPr>
            </a:lvl7pPr>
            <a:lvl8pPr>
              <a:defRPr sz="975" b="1">
                <a:solidFill>
                  <a:srgbClr val="596176"/>
                </a:solidFill>
                <a:latin typeface="Arial"/>
                <a:ea typeface="Arial"/>
                <a:cs typeface="Arial"/>
              </a:defRPr>
            </a:lvl8pPr>
            <a:lvl9pPr>
              <a:defRPr sz="975" b="1">
                <a:solidFill>
                  <a:srgbClr val="596176"/>
                </a:solidFill>
                <a:latin typeface="Arial"/>
                <a:ea typeface="Arial"/>
                <a:cs typeface="Arial"/>
              </a:defRPr>
            </a:lvl9pPr>
          </a:lstStyle>
          <a:p xmlns:a="http://schemas.openxmlformats.org/drawingml/2006/main">
            <a:pPr>
              <a:defRPr sz="975" b="1">
                <a:solidFill>
                  <a:srgbClr val="596176"/>
                </a:solidFill>
                <a:latin typeface="Arial"/>
                <a:ea typeface="Arial"/>
                <a:cs typeface="Arial"/>
              </a:defRPr>
            </a:pPr>
            <a:r>
              <a:rPr sz="975" b="1">
                <a:solidFill>
                  <a:srgbClr val="596176"/>
                </a:solidFill>
                <a:latin typeface="Arial"/>
                <a:ea typeface="Arial"/>
                <a:cs typeface="Arial"/>
              </a:rPr>
              <a:t>DAY 5 FUTURES REPORT  |  PRACTICE DATA UNLESS STATED</a:t>
            </a:r>
          </a:p>
        </p:txBody>
      </p:sp>
      <p:sp>
        <p:nvSpPr>
          <p:cNvPr id="32" name="page-number">
            <a:extLst xmlns:a="http://schemas.openxmlformats.org/drawingml/2006/main">
              <a:ext uri="{FF2B5EF4-FFF2-40B4-BE49-F238E27FC236}">
                <a16:creationId xmlns:a16="http://schemas.microsoft.com/office/drawing/2014/main" id="{603C6801-B277-4CB0-B558-D2C244C27223}"/>
              </a:ext>
            </a:extLst>
          </p:cNvPr>
          <p:cNvSpPr>
            <a:spLocks xmlns:a="http://schemas.openxmlformats.org/drawingml/2006/main" noGrp="1"/>
          </p:cNvSpPr>
          <p:nvPr/>
        </p:nvSpPr>
        <p:spPr>
          <a:xfrm xmlns:a="http://schemas.openxmlformats.org/drawingml/2006/main">
            <a:off x="11049000" y="6334125"/>
            <a:ext cx="4286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defRPr sz="1125" b="1">
                <a:solidFill>
                  <a:srgbClr val="713BCC"/>
                </a:solidFill>
                <a:latin typeface="Arial"/>
                <a:ea typeface="Arial"/>
                <a:cs typeface="Arial"/>
              </a:defRPr>
            </a:defPPr>
            <a:lvl1pPr>
              <a:defRPr sz="1125" b="1">
                <a:solidFill>
                  <a:srgbClr val="713BCC"/>
                </a:solidFill>
                <a:latin typeface="Arial"/>
                <a:ea typeface="Arial"/>
                <a:cs typeface="Arial"/>
              </a:defRPr>
            </a:lvl1pPr>
            <a:lvl2pPr>
              <a:defRPr sz="1125" b="1">
                <a:solidFill>
                  <a:srgbClr val="713BCC"/>
                </a:solidFill>
                <a:latin typeface="Arial"/>
                <a:ea typeface="Arial"/>
                <a:cs typeface="Arial"/>
              </a:defRPr>
            </a:lvl2pPr>
            <a:lvl3pPr>
              <a:defRPr sz="1125" b="1">
                <a:solidFill>
                  <a:srgbClr val="713BCC"/>
                </a:solidFill>
                <a:latin typeface="Arial"/>
                <a:ea typeface="Arial"/>
                <a:cs typeface="Arial"/>
              </a:defRPr>
            </a:lvl3pPr>
            <a:lvl4pPr>
              <a:defRPr sz="1125" b="1">
                <a:solidFill>
                  <a:srgbClr val="713BCC"/>
                </a:solidFill>
                <a:latin typeface="Arial"/>
                <a:ea typeface="Arial"/>
                <a:cs typeface="Arial"/>
              </a:defRPr>
            </a:lvl4pPr>
            <a:lvl5pPr>
              <a:defRPr sz="1125" b="1">
                <a:solidFill>
                  <a:srgbClr val="713BCC"/>
                </a:solidFill>
                <a:latin typeface="Arial"/>
                <a:ea typeface="Arial"/>
                <a:cs typeface="Arial"/>
              </a:defRPr>
            </a:lvl5pPr>
            <a:lvl6pPr>
              <a:defRPr sz="1125" b="1">
                <a:solidFill>
                  <a:srgbClr val="713BCC"/>
                </a:solidFill>
                <a:latin typeface="Arial"/>
                <a:ea typeface="Arial"/>
                <a:cs typeface="Arial"/>
              </a:defRPr>
            </a:lvl6pPr>
            <a:lvl7pPr>
              <a:defRPr sz="1125" b="1">
                <a:solidFill>
                  <a:srgbClr val="713BCC"/>
                </a:solidFill>
                <a:latin typeface="Arial"/>
                <a:ea typeface="Arial"/>
                <a:cs typeface="Arial"/>
              </a:defRPr>
            </a:lvl7pPr>
            <a:lvl8pPr>
              <a:defRPr sz="1125" b="1">
                <a:solidFill>
                  <a:srgbClr val="713BCC"/>
                </a:solidFill>
                <a:latin typeface="Arial"/>
                <a:ea typeface="Arial"/>
                <a:cs typeface="Arial"/>
              </a:defRPr>
            </a:lvl8pPr>
            <a:lvl9pPr>
              <a:defRPr sz="1125" b="1">
                <a:solidFill>
                  <a:srgbClr val="713BCC"/>
                </a:solidFill>
                <a:latin typeface="Arial"/>
                <a:ea typeface="Arial"/>
                <a:cs typeface="Arial"/>
              </a:defRPr>
            </a:lvl9pPr>
          </a:lstStyle>
          <a:p xmlns:a="http://schemas.openxmlformats.org/drawingml/2006/main">
            <a:pPr>
              <a:defRPr sz="1125" b="1">
                <a:solidFill>
                  <a:srgbClr val="713BCC"/>
                </a:solidFill>
                <a:latin typeface="Arial"/>
                <a:ea typeface="Arial"/>
                <a:cs typeface="Arial"/>
              </a:defRPr>
            </a:pPr>
            <a:r>
              <a:rPr sz="1125" b="1">
                <a:solidFill>
                  <a:srgbClr val="713BCC"/>
                </a:solidFill>
                <a:latin typeface="Arial"/>
                <a:ea typeface="Arial"/>
                <a:cs typeface="Arial"/>
              </a:rPr>
              <a:t>02</a:t>
            </a:r>
          </a:p>
        </p:txBody>
      </p:sp>
    </p:spTree>
    <p:extLst>
      <p:ext uri="{BB962C8B-B14F-4D97-AF65-F5344CB8AC3E}">
        <p14:creationId xmlns:p14="http://schemas.microsoft.com/office/powerpoint/2010/main" val="490641667"/>
      </p:ext>
    </p:extLst>
  </p:cSld>
</p:sld>
</file>

<file path=ppt/slides/slide3.xml><?xml version="1.0" encoding="utf-8"?>
<p:sld xmlns:p="http://schemas.openxmlformats.org/presentationml/2006/main">
  <p:cSld>
    <p:bg>
      <p:bgPr>
        <a:solidFill xmlns:a="http://schemas.openxmlformats.org/drawingml/2006/main">
          <a:srgbClr val="F7F7FB"/>
        </a:solidFill>
      </p:bgPr>
    </p:bg>
    <p:spTree>
      <p:nvGrpSpPr>
        <p:cNvPr id="1" name=""/>
        <p:cNvGrpSpPr/>
        <p:nvPr/>
      </p:nvGrpSpPr>
      <p:grpSpPr>
        <a:xfrm xmlns:a="http://schemas.openxmlformats.org/drawingml/2006/main"/>
      </p:grpSpPr>
      <p:sp>
        <p:nvSpPr>
          <p:cNvPr id="24" name="accent-rule">
            <a:extLst xmlns:a="http://schemas.openxmlformats.org/drawingml/2006/main">
              <a:ext uri="{FF2B5EF4-FFF2-40B4-BE49-F238E27FC236}">
                <a16:creationId xmlns:a16="http://schemas.microsoft.com/office/drawing/2014/main" id="{962A992B-5AB3-43FF-BFED-2EAEC66E8A65}"/>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713BCC"/>
          </a:solidFill>
          <a:ln xmlns:a="http://schemas.openxmlformats.org/drawingml/2006/main" w="0">
            <a:noFill/>
            <a:prstDash val="solid"/>
          </a:ln>
        </p:spPr>
      </p:sp>
      <p:sp>
        <p:nvSpPr>
          <p:cNvPr id="2" name="presenter-label">
            <a:extLst xmlns:a="http://schemas.openxmlformats.org/drawingml/2006/main">
              <a:ext uri="{FF2B5EF4-FFF2-40B4-BE49-F238E27FC236}">
                <a16:creationId xmlns:a16="http://schemas.microsoft.com/office/drawing/2014/main" id="{3197EEED-F8F0-4B98-B592-708C1D6D1E05}"/>
              </a:ext>
            </a:extLst>
          </p:cNvPr>
          <p:cNvSpPr>
            <a:spLocks xmlns:a="http://schemas.openxmlformats.org/drawingml/2006/main" noGrp="1"/>
          </p:cNvSpPr>
          <p:nvPr/>
        </p:nvSpPr>
        <p:spPr>
          <a:xfrm xmlns:a="http://schemas.openxmlformats.org/drawingml/2006/main">
            <a:off x="666750" y="342900"/>
            <a:ext cx="857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defRPr sz="1200" b="1">
                <a:solidFill>
                  <a:srgbClr val="713BCC"/>
                </a:solidFill>
                <a:latin typeface="Arial"/>
                <a:ea typeface="Arial"/>
                <a:cs typeface="Arial"/>
              </a:defRPr>
            </a:defPPr>
            <a:lvl1pPr>
              <a:defRPr sz="1200" b="1">
                <a:solidFill>
                  <a:srgbClr val="713BCC"/>
                </a:solidFill>
                <a:latin typeface="Arial"/>
                <a:ea typeface="Arial"/>
                <a:cs typeface="Arial"/>
              </a:defRPr>
            </a:lvl1pPr>
            <a:lvl2pPr>
              <a:defRPr sz="1200" b="1">
                <a:solidFill>
                  <a:srgbClr val="713BCC"/>
                </a:solidFill>
                <a:latin typeface="Arial"/>
                <a:ea typeface="Arial"/>
                <a:cs typeface="Arial"/>
              </a:defRPr>
            </a:lvl2pPr>
            <a:lvl3pPr>
              <a:defRPr sz="1200" b="1">
                <a:solidFill>
                  <a:srgbClr val="713BCC"/>
                </a:solidFill>
                <a:latin typeface="Arial"/>
                <a:ea typeface="Arial"/>
                <a:cs typeface="Arial"/>
              </a:defRPr>
            </a:lvl3pPr>
            <a:lvl4pPr>
              <a:defRPr sz="1200" b="1">
                <a:solidFill>
                  <a:srgbClr val="713BCC"/>
                </a:solidFill>
                <a:latin typeface="Arial"/>
                <a:ea typeface="Arial"/>
                <a:cs typeface="Arial"/>
              </a:defRPr>
            </a:lvl4pPr>
            <a:lvl5pPr>
              <a:defRPr sz="1200" b="1">
                <a:solidFill>
                  <a:srgbClr val="713BCC"/>
                </a:solidFill>
                <a:latin typeface="Arial"/>
                <a:ea typeface="Arial"/>
                <a:cs typeface="Arial"/>
              </a:defRPr>
            </a:lvl5pPr>
            <a:lvl6pPr>
              <a:defRPr sz="1200" b="1">
                <a:solidFill>
                  <a:srgbClr val="713BCC"/>
                </a:solidFill>
                <a:latin typeface="Arial"/>
                <a:ea typeface="Arial"/>
                <a:cs typeface="Arial"/>
              </a:defRPr>
            </a:lvl6pPr>
            <a:lvl7pPr>
              <a:defRPr sz="1200" b="1">
                <a:solidFill>
                  <a:srgbClr val="713BCC"/>
                </a:solidFill>
                <a:latin typeface="Arial"/>
                <a:ea typeface="Arial"/>
                <a:cs typeface="Arial"/>
              </a:defRPr>
            </a:lvl7pPr>
            <a:lvl8pPr>
              <a:defRPr sz="1200" b="1">
                <a:solidFill>
                  <a:srgbClr val="713BCC"/>
                </a:solidFill>
                <a:latin typeface="Arial"/>
                <a:ea typeface="Arial"/>
                <a:cs typeface="Arial"/>
              </a:defRPr>
            </a:lvl8pPr>
            <a:lvl9pPr>
              <a:defRPr sz="1200" b="1">
                <a:solidFill>
                  <a:srgbClr val="713BCC"/>
                </a:solidFill>
                <a:latin typeface="Arial"/>
                <a:ea typeface="Arial"/>
                <a:cs typeface="Arial"/>
              </a:defRPr>
            </a:lvl9pPr>
          </a:lstStyle>
          <a:p xmlns:a="http://schemas.openxmlformats.org/drawingml/2006/main">
            <a:pPr>
              <a:defRPr sz="1200" b="1">
                <a:solidFill>
                  <a:srgbClr val="713BCC"/>
                </a:solidFill>
                <a:latin typeface="Arial"/>
                <a:ea typeface="Arial"/>
                <a:cs typeface="Arial"/>
              </a:defRPr>
            </a:pPr>
            <a:r>
              <a:rPr sz="1200" b="1">
                <a:solidFill>
                  <a:srgbClr val="713BCC"/>
                </a:solidFill>
                <a:latin typeface="Arial"/>
                <a:ea typeface="Arial"/>
                <a:cs typeface="Arial"/>
              </a:rPr>
              <a:t>SANKAR  /  EMAIL AUTOMATION</a:t>
            </a:r>
          </a:p>
        </p:txBody>
      </p:sp>
      <p:sp>
        <p:nvSpPr>
          <p:cNvPr id="3" name="slide-title">
            <a:extLst xmlns:a="http://schemas.openxmlformats.org/drawingml/2006/main">
              <a:ext uri="{FF2B5EF4-FFF2-40B4-BE49-F238E27FC236}">
                <a16:creationId xmlns:a16="http://schemas.microsoft.com/office/drawing/2014/main" id="{03F01BB3-376E-42E8-9D24-C48B6AF2528F}"/>
              </a:ext>
            </a:extLst>
          </p:cNvPr>
          <p:cNvSpPr>
            <a:spLocks xmlns:a="http://schemas.openxmlformats.org/drawingml/2006/main" noGrp="1"/>
          </p:cNvSpPr>
          <p:nvPr/>
        </p:nvSpPr>
        <p:spPr>
          <a:xfrm xmlns:a="http://schemas.openxmlformats.org/drawingml/2006/main">
            <a:off x="666750" y="790575"/>
            <a:ext cx="10858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defRPr sz="3150" b="1">
                <a:solidFill>
                  <a:srgbClr val="10152B"/>
                </a:solidFill>
                <a:latin typeface="Arial"/>
                <a:ea typeface="Arial"/>
                <a:cs typeface="Arial"/>
              </a:defRPr>
            </a:defPPr>
            <a:lvl1pPr>
              <a:defRPr sz="3150" b="1">
                <a:solidFill>
                  <a:srgbClr val="10152B"/>
                </a:solidFill>
                <a:latin typeface="Arial"/>
                <a:ea typeface="Arial"/>
                <a:cs typeface="Arial"/>
              </a:defRPr>
            </a:lvl1pPr>
            <a:lvl2pPr>
              <a:defRPr sz="3150" b="1">
                <a:solidFill>
                  <a:srgbClr val="10152B"/>
                </a:solidFill>
                <a:latin typeface="Arial"/>
                <a:ea typeface="Arial"/>
                <a:cs typeface="Arial"/>
              </a:defRPr>
            </a:lvl2pPr>
            <a:lvl3pPr>
              <a:defRPr sz="3150" b="1">
                <a:solidFill>
                  <a:srgbClr val="10152B"/>
                </a:solidFill>
                <a:latin typeface="Arial"/>
                <a:ea typeface="Arial"/>
                <a:cs typeface="Arial"/>
              </a:defRPr>
            </a:lvl3pPr>
            <a:lvl4pPr>
              <a:defRPr sz="3150" b="1">
                <a:solidFill>
                  <a:srgbClr val="10152B"/>
                </a:solidFill>
                <a:latin typeface="Arial"/>
                <a:ea typeface="Arial"/>
                <a:cs typeface="Arial"/>
              </a:defRPr>
            </a:lvl4pPr>
            <a:lvl5pPr>
              <a:defRPr sz="3150" b="1">
                <a:solidFill>
                  <a:srgbClr val="10152B"/>
                </a:solidFill>
                <a:latin typeface="Arial"/>
                <a:ea typeface="Arial"/>
                <a:cs typeface="Arial"/>
              </a:defRPr>
            </a:lvl5pPr>
            <a:lvl6pPr>
              <a:defRPr sz="3150" b="1">
                <a:solidFill>
                  <a:srgbClr val="10152B"/>
                </a:solidFill>
                <a:latin typeface="Arial"/>
                <a:ea typeface="Arial"/>
                <a:cs typeface="Arial"/>
              </a:defRPr>
            </a:lvl6pPr>
            <a:lvl7pPr>
              <a:defRPr sz="3150" b="1">
                <a:solidFill>
                  <a:srgbClr val="10152B"/>
                </a:solidFill>
                <a:latin typeface="Arial"/>
                <a:ea typeface="Arial"/>
                <a:cs typeface="Arial"/>
              </a:defRPr>
            </a:lvl7pPr>
            <a:lvl8pPr>
              <a:defRPr sz="3150" b="1">
                <a:solidFill>
                  <a:srgbClr val="10152B"/>
                </a:solidFill>
                <a:latin typeface="Arial"/>
                <a:ea typeface="Arial"/>
                <a:cs typeface="Arial"/>
              </a:defRPr>
            </a:lvl8pPr>
            <a:lvl9pPr>
              <a:defRPr sz="3150" b="1">
                <a:solidFill>
                  <a:srgbClr val="10152B"/>
                </a:solidFill>
                <a:latin typeface="Arial"/>
                <a:ea typeface="Arial"/>
                <a:cs typeface="Arial"/>
              </a:defRPr>
            </a:lvl9pPr>
          </a:lstStyle>
          <a:p xmlns:a="http://schemas.openxmlformats.org/drawingml/2006/main">
            <a:pPr>
              <a:defRPr sz="3150" b="1">
                <a:solidFill>
                  <a:srgbClr val="10152B"/>
                </a:solidFill>
                <a:latin typeface="Arial"/>
                <a:ea typeface="Arial"/>
                <a:cs typeface="Arial"/>
              </a:defRPr>
            </a:pPr>
            <a:r>
              <a:rPr sz="3150" b="1">
                <a:solidFill>
                  <a:srgbClr val="10152B"/>
                </a:solidFill>
                <a:latin typeface="Arial"/>
                <a:ea typeface="Arial"/>
                <a:cs typeface="Arial"/>
              </a:rPr>
              <a:t>A welcome journey can guide new subscribers</a:t>
            </a:r>
          </a:p>
        </p:txBody>
      </p:sp>
      <p:sp>
        <p:nvSpPr>
          <p:cNvPr id="4" name="slide-subtitle">
            <a:extLst xmlns:a="http://schemas.openxmlformats.org/drawingml/2006/main">
              <a:ext uri="{FF2B5EF4-FFF2-40B4-BE49-F238E27FC236}">
                <a16:creationId xmlns:a16="http://schemas.microsoft.com/office/drawing/2014/main" id="{AE01A11D-A9D0-43A5-92E4-F09ECDE46E9F}"/>
              </a:ext>
            </a:extLst>
          </p:cNvPr>
          <p:cNvSpPr>
            <a:spLocks xmlns:a="http://schemas.openxmlformats.org/drawingml/2006/main" noGrp="1"/>
          </p:cNvSpPr>
          <p:nvPr/>
        </p:nvSpPr>
        <p:spPr>
          <a:xfrm xmlns:a="http://schemas.openxmlformats.org/drawingml/2006/main">
            <a:off x="685800" y="1524000"/>
            <a:ext cx="10668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defRPr sz="1725" b="0">
                <a:solidFill>
                  <a:srgbClr val="596176"/>
                </a:solidFill>
                <a:latin typeface="Arial"/>
                <a:ea typeface="Arial"/>
                <a:cs typeface="Arial"/>
              </a:defRPr>
            </a:defPPr>
            <a:lvl1pPr>
              <a:defRPr sz="1725" b="0">
                <a:solidFill>
                  <a:srgbClr val="596176"/>
                </a:solidFill>
                <a:latin typeface="Arial"/>
                <a:ea typeface="Arial"/>
                <a:cs typeface="Arial"/>
              </a:defRPr>
            </a:lvl1pPr>
            <a:lvl2pPr>
              <a:defRPr sz="1725" b="0">
                <a:solidFill>
                  <a:srgbClr val="596176"/>
                </a:solidFill>
                <a:latin typeface="Arial"/>
                <a:ea typeface="Arial"/>
                <a:cs typeface="Arial"/>
              </a:defRPr>
            </a:lvl2pPr>
            <a:lvl3pPr>
              <a:defRPr sz="1725" b="0">
                <a:solidFill>
                  <a:srgbClr val="596176"/>
                </a:solidFill>
                <a:latin typeface="Arial"/>
                <a:ea typeface="Arial"/>
                <a:cs typeface="Arial"/>
              </a:defRPr>
            </a:lvl3pPr>
            <a:lvl4pPr>
              <a:defRPr sz="1725" b="0">
                <a:solidFill>
                  <a:srgbClr val="596176"/>
                </a:solidFill>
                <a:latin typeface="Arial"/>
                <a:ea typeface="Arial"/>
                <a:cs typeface="Arial"/>
              </a:defRPr>
            </a:lvl4pPr>
            <a:lvl5pPr>
              <a:defRPr sz="1725" b="0">
                <a:solidFill>
                  <a:srgbClr val="596176"/>
                </a:solidFill>
                <a:latin typeface="Arial"/>
                <a:ea typeface="Arial"/>
                <a:cs typeface="Arial"/>
              </a:defRPr>
            </a:lvl5pPr>
            <a:lvl6pPr>
              <a:defRPr sz="1725" b="0">
                <a:solidFill>
                  <a:srgbClr val="596176"/>
                </a:solidFill>
                <a:latin typeface="Arial"/>
                <a:ea typeface="Arial"/>
                <a:cs typeface="Arial"/>
              </a:defRPr>
            </a:lvl6pPr>
            <a:lvl7pPr>
              <a:defRPr sz="1725" b="0">
                <a:solidFill>
                  <a:srgbClr val="596176"/>
                </a:solidFill>
                <a:latin typeface="Arial"/>
                <a:ea typeface="Arial"/>
                <a:cs typeface="Arial"/>
              </a:defRPr>
            </a:lvl7pPr>
            <a:lvl8pPr>
              <a:defRPr sz="1725" b="0">
                <a:solidFill>
                  <a:srgbClr val="596176"/>
                </a:solidFill>
                <a:latin typeface="Arial"/>
                <a:ea typeface="Arial"/>
                <a:cs typeface="Arial"/>
              </a:defRPr>
            </a:lvl8pPr>
            <a:lvl9pPr>
              <a:defRPr sz="1725" b="0">
                <a:solidFill>
                  <a:srgbClr val="596176"/>
                </a:solidFill>
                <a:latin typeface="Arial"/>
                <a:ea typeface="Arial"/>
                <a:cs typeface="Arial"/>
              </a:defRPr>
            </a:lvl9pPr>
          </a:lstStyle>
          <a:p xmlns:a="http://schemas.openxmlformats.org/drawingml/2006/main">
            <a:pPr>
              <a:defRPr sz="1725" b="0">
                <a:solidFill>
                  <a:srgbClr val="596176"/>
                </a:solidFill>
                <a:latin typeface="Arial"/>
                <a:ea typeface="Arial"/>
                <a:cs typeface="Arial"/>
              </a:defRPr>
            </a:pPr>
            <a:r>
              <a:rPr sz="1725" b="0">
                <a:solidFill>
                  <a:srgbClr val="596176"/>
                </a:solidFill>
                <a:latin typeface="Arial"/>
                <a:ea typeface="Arial"/>
                <a:cs typeface="Arial"/>
              </a:rPr>
              <a:t>Proposed flow for the Doomsday waitlist. The live automation is not activated yet.</a:t>
            </a:r>
          </a:p>
        </p:txBody>
      </p:sp>
      <p:sp>
        <p:nvSpPr>
          <p:cNvPr id="5" name="title-divider">
            <a:extLst xmlns:a="http://schemas.openxmlformats.org/drawingml/2006/main">
              <a:ext uri="{FF2B5EF4-FFF2-40B4-BE49-F238E27FC236}">
                <a16:creationId xmlns:a16="http://schemas.microsoft.com/office/drawing/2014/main" id="{54FFFD08-CEF4-49E1-93BF-598B6B32D6DF}"/>
              </a:ext>
            </a:extLst>
          </p:cNvPr>
          <p:cNvSpPr>
            <a:spLocks xmlns:a="http://schemas.openxmlformats.org/drawingml/2006/main" noGrp="1"/>
          </p:cNvSpPr>
          <p:nvPr/>
        </p:nvSpPr>
        <p:spPr>
          <a:xfrm xmlns:a="http://schemas.openxmlformats.org/drawingml/2006/main">
            <a:off x="685800" y="2038350"/>
            <a:ext cx="10810875" cy="0"/>
          </a:xfrm>
          <a:prstGeom xmlns:a="http://schemas.openxmlformats.org/drawingml/2006/main" prst="line">
            <a:avLst/>
          </a:prstGeom>
          <a:noFill xmlns:a="http://schemas.openxmlformats.org/drawingml/2006/main"/>
          <a:ln xmlns:a="http://schemas.openxmlformats.org/drawingml/2006/main" w="19050">
            <a:solidFill>
              <a:srgbClr val="D9DCE7"/>
            </a:solidFill>
            <a:prstDash val="solid"/>
          </a:ln>
        </p:spPr>
      </p:sp>
      <p:sp>
        <p:nvSpPr>
          <p:cNvPr id="6" name="step-num-0">
            <a:extLst xmlns:a="http://schemas.openxmlformats.org/drawingml/2006/main">
              <a:ext uri="{FF2B5EF4-FFF2-40B4-BE49-F238E27FC236}">
                <a16:creationId xmlns:a16="http://schemas.microsoft.com/office/drawing/2014/main" id="{6A36BCEA-0436-4B4B-A23E-B5D04E19E6F6}"/>
              </a:ext>
            </a:extLst>
          </p:cNvPr>
          <p:cNvSpPr>
            <a:spLocks xmlns:a="http://schemas.openxmlformats.org/drawingml/2006/main" noGrp="1"/>
          </p:cNvSpPr>
          <p:nvPr/>
        </p:nvSpPr>
        <p:spPr>
          <a:xfrm xmlns:a="http://schemas.openxmlformats.org/drawingml/2006/main">
            <a:off x="781050" y="2362200"/>
            <a:ext cx="57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defRPr sz="1575" b="1">
                <a:solidFill>
                  <a:srgbClr val="713BCC"/>
                </a:solidFill>
                <a:latin typeface="Arial"/>
                <a:ea typeface="Arial"/>
                <a:cs typeface="Arial"/>
              </a:defRPr>
            </a:defPPr>
            <a:lvl1pPr>
              <a:defRPr sz="1575" b="1">
                <a:solidFill>
                  <a:srgbClr val="713BCC"/>
                </a:solidFill>
                <a:latin typeface="Arial"/>
                <a:ea typeface="Arial"/>
                <a:cs typeface="Arial"/>
              </a:defRPr>
            </a:lvl1pPr>
            <a:lvl2pPr>
              <a:defRPr sz="1575" b="1">
                <a:solidFill>
                  <a:srgbClr val="713BCC"/>
                </a:solidFill>
                <a:latin typeface="Arial"/>
                <a:ea typeface="Arial"/>
                <a:cs typeface="Arial"/>
              </a:defRPr>
            </a:lvl2pPr>
            <a:lvl3pPr>
              <a:defRPr sz="1575" b="1">
                <a:solidFill>
                  <a:srgbClr val="713BCC"/>
                </a:solidFill>
                <a:latin typeface="Arial"/>
                <a:ea typeface="Arial"/>
                <a:cs typeface="Arial"/>
              </a:defRPr>
            </a:lvl3pPr>
            <a:lvl4pPr>
              <a:defRPr sz="1575" b="1">
                <a:solidFill>
                  <a:srgbClr val="713BCC"/>
                </a:solidFill>
                <a:latin typeface="Arial"/>
                <a:ea typeface="Arial"/>
                <a:cs typeface="Arial"/>
              </a:defRPr>
            </a:lvl4pPr>
            <a:lvl5pPr>
              <a:defRPr sz="1575" b="1">
                <a:solidFill>
                  <a:srgbClr val="713BCC"/>
                </a:solidFill>
                <a:latin typeface="Arial"/>
                <a:ea typeface="Arial"/>
                <a:cs typeface="Arial"/>
              </a:defRPr>
            </a:lvl5pPr>
            <a:lvl6pPr>
              <a:defRPr sz="1575" b="1">
                <a:solidFill>
                  <a:srgbClr val="713BCC"/>
                </a:solidFill>
                <a:latin typeface="Arial"/>
                <a:ea typeface="Arial"/>
                <a:cs typeface="Arial"/>
              </a:defRPr>
            </a:lvl6pPr>
            <a:lvl7pPr>
              <a:defRPr sz="1575" b="1">
                <a:solidFill>
                  <a:srgbClr val="713BCC"/>
                </a:solidFill>
                <a:latin typeface="Arial"/>
                <a:ea typeface="Arial"/>
                <a:cs typeface="Arial"/>
              </a:defRPr>
            </a:lvl7pPr>
            <a:lvl8pPr>
              <a:defRPr sz="1575" b="1">
                <a:solidFill>
                  <a:srgbClr val="713BCC"/>
                </a:solidFill>
                <a:latin typeface="Arial"/>
                <a:ea typeface="Arial"/>
                <a:cs typeface="Arial"/>
              </a:defRPr>
            </a:lvl8pPr>
            <a:lvl9pPr>
              <a:defRPr sz="1575" b="1">
                <a:solidFill>
                  <a:srgbClr val="713BCC"/>
                </a:solidFill>
                <a:latin typeface="Arial"/>
                <a:ea typeface="Arial"/>
                <a:cs typeface="Arial"/>
              </a:defRPr>
            </a:lvl9pPr>
          </a:lstStyle>
          <a:p xmlns:a="http://schemas.openxmlformats.org/drawingml/2006/main">
            <a:pPr>
              <a:defRPr sz="1575" b="1">
                <a:solidFill>
                  <a:srgbClr val="713BCC"/>
                </a:solidFill>
                <a:latin typeface="Arial"/>
                <a:ea typeface="Arial"/>
                <a:cs typeface="Arial"/>
              </a:defRPr>
            </a:pPr>
            <a:r>
              <a:rPr sz="1575" b="1">
                <a:solidFill>
                  <a:srgbClr val="713BCC"/>
                </a:solidFill>
                <a:latin typeface="Arial"/>
                <a:ea typeface="Arial"/>
                <a:cs typeface="Arial"/>
              </a:rPr>
              <a:t>01</a:t>
            </a:r>
          </a:p>
        </p:txBody>
      </p:sp>
      <p:sp>
        <p:nvSpPr>
          <p:cNvPr id="7" name="step-title-0">
            <a:extLst xmlns:a="http://schemas.openxmlformats.org/drawingml/2006/main">
              <a:ext uri="{FF2B5EF4-FFF2-40B4-BE49-F238E27FC236}">
                <a16:creationId xmlns:a16="http://schemas.microsoft.com/office/drawing/2014/main" id="{8D0247B6-CE55-4E69-9A37-AEC8F889A662}"/>
              </a:ext>
            </a:extLst>
          </p:cNvPr>
          <p:cNvSpPr>
            <a:spLocks xmlns:a="http://schemas.openxmlformats.org/drawingml/2006/main" noGrp="1"/>
          </p:cNvSpPr>
          <p:nvPr/>
        </p:nvSpPr>
        <p:spPr>
          <a:xfrm xmlns:a="http://schemas.openxmlformats.org/drawingml/2006/main">
            <a:off x="1524000" y="2362200"/>
            <a:ext cx="2476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defRPr sz="1575" b="1">
                <a:solidFill>
                  <a:srgbClr val="188F75"/>
                </a:solidFill>
                <a:latin typeface="Arial"/>
                <a:ea typeface="Arial"/>
                <a:cs typeface="Arial"/>
              </a:defRPr>
            </a:defPPr>
            <a:lvl1pPr>
              <a:defRPr sz="1575" b="1">
                <a:solidFill>
                  <a:srgbClr val="188F75"/>
                </a:solidFill>
                <a:latin typeface="Arial"/>
                <a:ea typeface="Arial"/>
                <a:cs typeface="Arial"/>
              </a:defRPr>
            </a:lvl1pPr>
            <a:lvl2pPr>
              <a:defRPr sz="1575" b="1">
                <a:solidFill>
                  <a:srgbClr val="188F75"/>
                </a:solidFill>
                <a:latin typeface="Arial"/>
                <a:ea typeface="Arial"/>
                <a:cs typeface="Arial"/>
              </a:defRPr>
            </a:lvl2pPr>
            <a:lvl3pPr>
              <a:defRPr sz="1575" b="1">
                <a:solidFill>
                  <a:srgbClr val="188F75"/>
                </a:solidFill>
                <a:latin typeface="Arial"/>
                <a:ea typeface="Arial"/>
                <a:cs typeface="Arial"/>
              </a:defRPr>
            </a:lvl3pPr>
            <a:lvl4pPr>
              <a:defRPr sz="1575" b="1">
                <a:solidFill>
                  <a:srgbClr val="188F75"/>
                </a:solidFill>
                <a:latin typeface="Arial"/>
                <a:ea typeface="Arial"/>
                <a:cs typeface="Arial"/>
              </a:defRPr>
            </a:lvl4pPr>
            <a:lvl5pPr>
              <a:defRPr sz="1575" b="1">
                <a:solidFill>
                  <a:srgbClr val="188F75"/>
                </a:solidFill>
                <a:latin typeface="Arial"/>
                <a:ea typeface="Arial"/>
                <a:cs typeface="Arial"/>
              </a:defRPr>
            </a:lvl5pPr>
            <a:lvl6pPr>
              <a:defRPr sz="1575" b="1">
                <a:solidFill>
                  <a:srgbClr val="188F75"/>
                </a:solidFill>
                <a:latin typeface="Arial"/>
                <a:ea typeface="Arial"/>
                <a:cs typeface="Arial"/>
              </a:defRPr>
            </a:lvl6pPr>
            <a:lvl7pPr>
              <a:defRPr sz="1575" b="1">
                <a:solidFill>
                  <a:srgbClr val="188F75"/>
                </a:solidFill>
                <a:latin typeface="Arial"/>
                <a:ea typeface="Arial"/>
                <a:cs typeface="Arial"/>
              </a:defRPr>
            </a:lvl7pPr>
            <a:lvl8pPr>
              <a:defRPr sz="1575" b="1">
                <a:solidFill>
                  <a:srgbClr val="188F75"/>
                </a:solidFill>
                <a:latin typeface="Arial"/>
                <a:ea typeface="Arial"/>
                <a:cs typeface="Arial"/>
              </a:defRPr>
            </a:lvl8pPr>
            <a:lvl9pPr>
              <a:defRPr sz="1575" b="1">
                <a:solidFill>
                  <a:srgbClr val="188F75"/>
                </a:solidFill>
                <a:latin typeface="Arial"/>
                <a:ea typeface="Arial"/>
                <a:cs typeface="Arial"/>
              </a:defRPr>
            </a:lvl9pPr>
          </a:lstStyle>
          <a:p xmlns:a="http://schemas.openxmlformats.org/drawingml/2006/main">
            <a:pPr>
              <a:defRPr sz="1575" b="1">
                <a:solidFill>
                  <a:srgbClr val="188F75"/>
                </a:solidFill>
                <a:latin typeface="Arial"/>
                <a:ea typeface="Arial"/>
                <a:cs typeface="Arial"/>
              </a:defRPr>
            </a:pPr>
            <a:r>
              <a:rPr sz="1575" b="1">
                <a:solidFill>
                  <a:srgbClr val="188F75"/>
                </a:solidFill>
                <a:latin typeface="Arial"/>
                <a:ea typeface="Arial"/>
                <a:cs typeface="Arial"/>
              </a:rPr>
              <a:t>Trigger</a:t>
            </a:r>
          </a:p>
        </p:txBody>
      </p:sp>
      <p:sp>
        <p:nvSpPr>
          <p:cNvPr id="8" name="step-copy-0">
            <a:extLst xmlns:a="http://schemas.openxmlformats.org/drawingml/2006/main">
              <a:ext uri="{FF2B5EF4-FFF2-40B4-BE49-F238E27FC236}">
                <a16:creationId xmlns:a16="http://schemas.microsoft.com/office/drawing/2014/main" id="{3450205F-37AA-430D-B33C-B5FC5941C223}"/>
              </a:ext>
            </a:extLst>
          </p:cNvPr>
          <p:cNvSpPr>
            <a:spLocks xmlns:a="http://schemas.openxmlformats.org/drawingml/2006/main" noGrp="1"/>
          </p:cNvSpPr>
          <p:nvPr/>
        </p:nvSpPr>
        <p:spPr>
          <a:xfrm xmlns:a="http://schemas.openxmlformats.org/drawingml/2006/main">
            <a:off x="4095750" y="2362200"/>
            <a:ext cx="6762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defRPr sz="1650" b="0">
                <a:solidFill>
                  <a:srgbClr val="10152B"/>
                </a:solidFill>
                <a:latin typeface="Arial"/>
                <a:ea typeface="Arial"/>
                <a:cs typeface="Arial"/>
              </a:defRPr>
            </a:defPPr>
            <a:lvl1pPr>
              <a:defRPr sz="1650" b="0">
                <a:solidFill>
                  <a:srgbClr val="10152B"/>
                </a:solidFill>
                <a:latin typeface="Arial"/>
                <a:ea typeface="Arial"/>
                <a:cs typeface="Arial"/>
              </a:defRPr>
            </a:lvl1pPr>
            <a:lvl2pPr>
              <a:defRPr sz="1650" b="0">
                <a:solidFill>
                  <a:srgbClr val="10152B"/>
                </a:solidFill>
                <a:latin typeface="Arial"/>
                <a:ea typeface="Arial"/>
                <a:cs typeface="Arial"/>
              </a:defRPr>
            </a:lvl2pPr>
            <a:lvl3pPr>
              <a:defRPr sz="1650" b="0">
                <a:solidFill>
                  <a:srgbClr val="10152B"/>
                </a:solidFill>
                <a:latin typeface="Arial"/>
                <a:ea typeface="Arial"/>
                <a:cs typeface="Arial"/>
              </a:defRPr>
            </a:lvl3pPr>
            <a:lvl4pPr>
              <a:defRPr sz="1650" b="0">
                <a:solidFill>
                  <a:srgbClr val="10152B"/>
                </a:solidFill>
                <a:latin typeface="Arial"/>
                <a:ea typeface="Arial"/>
                <a:cs typeface="Arial"/>
              </a:defRPr>
            </a:lvl4pPr>
            <a:lvl5pPr>
              <a:defRPr sz="1650" b="0">
                <a:solidFill>
                  <a:srgbClr val="10152B"/>
                </a:solidFill>
                <a:latin typeface="Arial"/>
                <a:ea typeface="Arial"/>
                <a:cs typeface="Arial"/>
              </a:defRPr>
            </a:lvl5pPr>
            <a:lvl6pPr>
              <a:defRPr sz="1650" b="0">
                <a:solidFill>
                  <a:srgbClr val="10152B"/>
                </a:solidFill>
                <a:latin typeface="Arial"/>
                <a:ea typeface="Arial"/>
                <a:cs typeface="Arial"/>
              </a:defRPr>
            </a:lvl6pPr>
            <a:lvl7pPr>
              <a:defRPr sz="1650" b="0">
                <a:solidFill>
                  <a:srgbClr val="10152B"/>
                </a:solidFill>
                <a:latin typeface="Arial"/>
                <a:ea typeface="Arial"/>
                <a:cs typeface="Arial"/>
              </a:defRPr>
            </a:lvl7pPr>
            <a:lvl8pPr>
              <a:defRPr sz="1650" b="0">
                <a:solidFill>
                  <a:srgbClr val="10152B"/>
                </a:solidFill>
                <a:latin typeface="Arial"/>
                <a:ea typeface="Arial"/>
                <a:cs typeface="Arial"/>
              </a:defRPr>
            </a:lvl8pPr>
            <a:lvl9pPr>
              <a:defRPr sz="1650" b="0">
                <a:solidFill>
                  <a:srgbClr val="10152B"/>
                </a:solidFill>
                <a:latin typeface="Arial"/>
                <a:ea typeface="Arial"/>
                <a:cs typeface="Arial"/>
              </a:defRPr>
            </a:lvl9pPr>
          </a:lstStyle>
          <a:p xmlns:a="http://schemas.openxmlformats.org/drawingml/2006/main">
            <a:pPr>
              <a:defRPr sz="1650" b="0">
                <a:solidFill>
                  <a:srgbClr val="10152B"/>
                </a:solidFill>
                <a:latin typeface="Arial"/>
                <a:ea typeface="Arial"/>
                <a:cs typeface="Arial"/>
              </a:defRPr>
            </a:pPr>
            <a:r>
              <a:rPr sz="1650" b="0">
                <a:solidFill>
                  <a:srgbClr val="10152B"/>
                </a:solidFill>
                <a:latin typeface="Arial"/>
                <a:ea typeface="Arial"/>
                <a:cs typeface="Arial"/>
              </a:rPr>
              <a:t>Subscriber joins the Doomsday waitlist</a:t>
            </a:r>
          </a:p>
        </p:txBody>
      </p:sp>
      <p:sp>
        <p:nvSpPr>
          <p:cNvPr id="9" name="step-divider-0">
            <a:extLst xmlns:a="http://schemas.openxmlformats.org/drawingml/2006/main">
              <a:ext uri="{FF2B5EF4-FFF2-40B4-BE49-F238E27FC236}">
                <a16:creationId xmlns:a16="http://schemas.microsoft.com/office/drawing/2014/main" id="{936E54F8-98D2-471F-9725-DB0C96B4D5EF}"/>
              </a:ext>
            </a:extLst>
          </p:cNvPr>
          <p:cNvSpPr>
            <a:spLocks xmlns:a="http://schemas.openxmlformats.org/drawingml/2006/main" noGrp="1"/>
          </p:cNvSpPr>
          <p:nvPr/>
        </p:nvSpPr>
        <p:spPr>
          <a:xfrm xmlns:a="http://schemas.openxmlformats.org/drawingml/2006/main">
            <a:off x="1524000" y="2876550"/>
            <a:ext cx="9144000" cy="0"/>
          </a:xfrm>
          <a:prstGeom xmlns:a="http://schemas.openxmlformats.org/drawingml/2006/main" prst="line">
            <a:avLst/>
          </a:prstGeom>
          <a:noFill xmlns:a="http://schemas.openxmlformats.org/drawingml/2006/main"/>
          <a:ln xmlns:a="http://schemas.openxmlformats.org/drawingml/2006/main" w="19050">
            <a:solidFill>
              <a:srgbClr val="D9DCE7"/>
            </a:solidFill>
            <a:prstDash val="solid"/>
          </a:ln>
        </p:spPr>
      </p:sp>
      <p:sp>
        <p:nvSpPr>
          <p:cNvPr id="10" name="step-num-1">
            <a:extLst xmlns:a="http://schemas.openxmlformats.org/drawingml/2006/main">
              <a:ext uri="{FF2B5EF4-FFF2-40B4-BE49-F238E27FC236}">
                <a16:creationId xmlns:a16="http://schemas.microsoft.com/office/drawing/2014/main" id="{C3029920-856D-4003-BB8C-FD3AC6828F17}"/>
              </a:ext>
            </a:extLst>
          </p:cNvPr>
          <p:cNvSpPr>
            <a:spLocks xmlns:a="http://schemas.openxmlformats.org/drawingml/2006/main" noGrp="1"/>
          </p:cNvSpPr>
          <p:nvPr/>
        </p:nvSpPr>
        <p:spPr>
          <a:xfrm xmlns:a="http://schemas.openxmlformats.org/drawingml/2006/main">
            <a:off x="781050" y="3105150"/>
            <a:ext cx="57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defRPr sz="1575" b="1">
                <a:solidFill>
                  <a:srgbClr val="713BCC"/>
                </a:solidFill>
                <a:latin typeface="Arial"/>
                <a:ea typeface="Arial"/>
                <a:cs typeface="Arial"/>
              </a:defRPr>
            </a:defPPr>
            <a:lvl1pPr>
              <a:defRPr sz="1575" b="1">
                <a:solidFill>
                  <a:srgbClr val="713BCC"/>
                </a:solidFill>
                <a:latin typeface="Arial"/>
                <a:ea typeface="Arial"/>
                <a:cs typeface="Arial"/>
              </a:defRPr>
            </a:lvl1pPr>
            <a:lvl2pPr>
              <a:defRPr sz="1575" b="1">
                <a:solidFill>
                  <a:srgbClr val="713BCC"/>
                </a:solidFill>
                <a:latin typeface="Arial"/>
                <a:ea typeface="Arial"/>
                <a:cs typeface="Arial"/>
              </a:defRPr>
            </a:lvl2pPr>
            <a:lvl3pPr>
              <a:defRPr sz="1575" b="1">
                <a:solidFill>
                  <a:srgbClr val="713BCC"/>
                </a:solidFill>
                <a:latin typeface="Arial"/>
                <a:ea typeface="Arial"/>
                <a:cs typeface="Arial"/>
              </a:defRPr>
            </a:lvl3pPr>
            <a:lvl4pPr>
              <a:defRPr sz="1575" b="1">
                <a:solidFill>
                  <a:srgbClr val="713BCC"/>
                </a:solidFill>
                <a:latin typeface="Arial"/>
                <a:ea typeface="Arial"/>
                <a:cs typeface="Arial"/>
              </a:defRPr>
            </a:lvl4pPr>
            <a:lvl5pPr>
              <a:defRPr sz="1575" b="1">
                <a:solidFill>
                  <a:srgbClr val="713BCC"/>
                </a:solidFill>
                <a:latin typeface="Arial"/>
                <a:ea typeface="Arial"/>
                <a:cs typeface="Arial"/>
              </a:defRPr>
            </a:lvl5pPr>
            <a:lvl6pPr>
              <a:defRPr sz="1575" b="1">
                <a:solidFill>
                  <a:srgbClr val="713BCC"/>
                </a:solidFill>
                <a:latin typeface="Arial"/>
                <a:ea typeface="Arial"/>
                <a:cs typeface="Arial"/>
              </a:defRPr>
            </a:lvl6pPr>
            <a:lvl7pPr>
              <a:defRPr sz="1575" b="1">
                <a:solidFill>
                  <a:srgbClr val="713BCC"/>
                </a:solidFill>
                <a:latin typeface="Arial"/>
                <a:ea typeface="Arial"/>
                <a:cs typeface="Arial"/>
              </a:defRPr>
            </a:lvl7pPr>
            <a:lvl8pPr>
              <a:defRPr sz="1575" b="1">
                <a:solidFill>
                  <a:srgbClr val="713BCC"/>
                </a:solidFill>
                <a:latin typeface="Arial"/>
                <a:ea typeface="Arial"/>
                <a:cs typeface="Arial"/>
              </a:defRPr>
            </a:lvl8pPr>
            <a:lvl9pPr>
              <a:defRPr sz="1575" b="1">
                <a:solidFill>
                  <a:srgbClr val="713BCC"/>
                </a:solidFill>
                <a:latin typeface="Arial"/>
                <a:ea typeface="Arial"/>
                <a:cs typeface="Arial"/>
              </a:defRPr>
            </a:lvl9pPr>
          </a:lstStyle>
          <a:p xmlns:a="http://schemas.openxmlformats.org/drawingml/2006/main">
            <a:pPr>
              <a:defRPr sz="1575" b="1">
                <a:solidFill>
                  <a:srgbClr val="713BCC"/>
                </a:solidFill>
                <a:latin typeface="Arial"/>
                <a:ea typeface="Arial"/>
                <a:cs typeface="Arial"/>
              </a:defRPr>
            </a:pPr>
            <a:r>
              <a:rPr sz="1575" b="1">
                <a:solidFill>
                  <a:srgbClr val="713BCC"/>
                </a:solidFill>
                <a:latin typeface="Arial"/>
                <a:ea typeface="Arial"/>
                <a:cs typeface="Arial"/>
              </a:rPr>
              <a:t>02</a:t>
            </a:r>
          </a:p>
        </p:txBody>
      </p:sp>
      <p:sp>
        <p:nvSpPr>
          <p:cNvPr id="11" name="step-title-1">
            <a:extLst xmlns:a="http://schemas.openxmlformats.org/drawingml/2006/main">
              <a:ext uri="{FF2B5EF4-FFF2-40B4-BE49-F238E27FC236}">
                <a16:creationId xmlns:a16="http://schemas.microsoft.com/office/drawing/2014/main" id="{9B7CCE72-D5BF-4599-AE1E-24D787394872}"/>
              </a:ext>
            </a:extLst>
          </p:cNvPr>
          <p:cNvSpPr>
            <a:spLocks xmlns:a="http://schemas.openxmlformats.org/drawingml/2006/main" noGrp="1"/>
          </p:cNvSpPr>
          <p:nvPr/>
        </p:nvSpPr>
        <p:spPr>
          <a:xfrm xmlns:a="http://schemas.openxmlformats.org/drawingml/2006/main">
            <a:off x="1524000" y="3105150"/>
            <a:ext cx="2476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defRPr sz="1575" b="1">
                <a:solidFill>
                  <a:srgbClr val="188F75"/>
                </a:solidFill>
                <a:latin typeface="Arial"/>
                <a:ea typeface="Arial"/>
                <a:cs typeface="Arial"/>
              </a:defRPr>
            </a:defPPr>
            <a:lvl1pPr>
              <a:defRPr sz="1575" b="1">
                <a:solidFill>
                  <a:srgbClr val="188F75"/>
                </a:solidFill>
                <a:latin typeface="Arial"/>
                <a:ea typeface="Arial"/>
                <a:cs typeface="Arial"/>
              </a:defRPr>
            </a:lvl1pPr>
            <a:lvl2pPr>
              <a:defRPr sz="1575" b="1">
                <a:solidFill>
                  <a:srgbClr val="188F75"/>
                </a:solidFill>
                <a:latin typeface="Arial"/>
                <a:ea typeface="Arial"/>
                <a:cs typeface="Arial"/>
              </a:defRPr>
            </a:lvl2pPr>
            <a:lvl3pPr>
              <a:defRPr sz="1575" b="1">
                <a:solidFill>
                  <a:srgbClr val="188F75"/>
                </a:solidFill>
                <a:latin typeface="Arial"/>
                <a:ea typeface="Arial"/>
                <a:cs typeface="Arial"/>
              </a:defRPr>
            </a:lvl3pPr>
            <a:lvl4pPr>
              <a:defRPr sz="1575" b="1">
                <a:solidFill>
                  <a:srgbClr val="188F75"/>
                </a:solidFill>
                <a:latin typeface="Arial"/>
                <a:ea typeface="Arial"/>
                <a:cs typeface="Arial"/>
              </a:defRPr>
            </a:lvl4pPr>
            <a:lvl5pPr>
              <a:defRPr sz="1575" b="1">
                <a:solidFill>
                  <a:srgbClr val="188F75"/>
                </a:solidFill>
                <a:latin typeface="Arial"/>
                <a:ea typeface="Arial"/>
                <a:cs typeface="Arial"/>
              </a:defRPr>
            </a:lvl5pPr>
            <a:lvl6pPr>
              <a:defRPr sz="1575" b="1">
                <a:solidFill>
                  <a:srgbClr val="188F75"/>
                </a:solidFill>
                <a:latin typeface="Arial"/>
                <a:ea typeface="Arial"/>
                <a:cs typeface="Arial"/>
              </a:defRPr>
            </a:lvl6pPr>
            <a:lvl7pPr>
              <a:defRPr sz="1575" b="1">
                <a:solidFill>
                  <a:srgbClr val="188F75"/>
                </a:solidFill>
                <a:latin typeface="Arial"/>
                <a:ea typeface="Arial"/>
                <a:cs typeface="Arial"/>
              </a:defRPr>
            </a:lvl7pPr>
            <a:lvl8pPr>
              <a:defRPr sz="1575" b="1">
                <a:solidFill>
                  <a:srgbClr val="188F75"/>
                </a:solidFill>
                <a:latin typeface="Arial"/>
                <a:ea typeface="Arial"/>
                <a:cs typeface="Arial"/>
              </a:defRPr>
            </a:lvl8pPr>
            <a:lvl9pPr>
              <a:defRPr sz="1575" b="1">
                <a:solidFill>
                  <a:srgbClr val="188F75"/>
                </a:solidFill>
                <a:latin typeface="Arial"/>
                <a:ea typeface="Arial"/>
                <a:cs typeface="Arial"/>
              </a:defRPr>
            </a:lvl9pPr>
          </a:lstStyle>
          <a:p xmlns:a="http://schemas.openxmlformats.org/drawingml/2006/main">
            <a:pPr>
              <a:defRPr sz="1575" b="1">
                <a:solidFill>
                  <a:srgbClr val="188F75"/>
                </a:solidFill>
                <a:latin typeface="Arial"/>
                <a:ea typeface="Arial"/>
                <a:cs typeface="Arial"/>
              </a:defRPr>
            </a:pPr>
            <a:r>
              <a:rPr sz="1575" b="1">
                <a:solidFill>
                  <a:srgbClr val="188F75"/>
                </a:solidFill>
                <a:latin typeface="Arial"/>
                <a:ea typeface="Arial"/>
                <a:cs typeface="Arial"/>
              </a:rPr>
              <a:t>Welcome email</a:t>
            </a:r>
          </a:p>
        </p:txBody>
      </p:sp>
      <p:sp>
        <p:nvSpPr>
          <p:cNvPr id="12" name="step-copy-1">
            <a:extLst xmlns:a="http://schemas.openxmlformats.org/drawingml/2006/main">
              <a:ext uri="{FF2B5EF4-FFF2-40B4-BE49-F238E27FC236}">
                <a16:creationId xmlns:a16="http://schemas.microsoft.com/office/drawing/2014/main" id="{DEE8D95D-8E4F-4291-91FA-2133A75DFA0B}"/>
              </a:ext>
            </a:extLst>
          </p:cNvPr>
          <p:cNvSpPr>
            <a:spLocks xmlns:a="http://schemas.openxmlformats.org/drawingml/2006/main" noGrp="1"/>
          </p:cNvSpPr>
          <p:nvPr/>
        </p:nvSpPr>
        <p:spPr>
          <a:xfrm xmlns:a="http://schemas.openxmlformats.org/drawingml/2006/main">
            <a:off x="4095750" y="3105150"/>
            <a:ext cx="6762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defRPr sz="1650" b="0">
                <a:solidFill>
                  <a:srgbClr val="10152B"/>
                </a:solidFill>
                <a:latin typeface="Arial"/>
                <a:ea typeface="Arial"/>
                <a:cs typeface="Arial"/>
              </a:defRPr>
            </a:defPPr>
            <a:lvl1pPr>
              <a:defRPr sz="1650" b="0">
                <a:solidFill>
                  <a:srgbClr val="10152B"/>
                </a:solidFill>
                <a:latin typeface="Arial"/>
                <a:ea typeface="Arial"/>
                <a:cs typeface="Arial"/>
              </a:defRPr>
            </a:lvl1pPr>
            <a:lvl2pPr>
              <a:defRPr sz="1650" b="0">
                <a:solidFill>
                  <a:srgbClr val="10152B"/>
                </a:solidFill>
                <a:latin typeface="Arial"/>
                <a:ea typeface="Arial"/>
                <a:cs typeface="Arial"/>
              </a:defRPr>
            </a:lvl2pPr>
            <a:lvl3pPr>
              <a:defRPr sz="1650" b="0">
                <a:solidFill>
                  <a:srgbClr val="10152B"/>
                </a:solidFill>
                <a:latin typeface="Arial"/>
                <a:ea typeface="Arial"/>
                <a:cs typeface="Arial"/>
              </a:defRPr>
            </a:lvl3pPr>
            <a:lvl4pPr>
              <a:defRPr sz="1650" b="0">
                <a:solidFill>
                  <a:srgbClr val="10152B"/>
                </a:solidFill>
                <a:latin typeface="Arial"/>
                <a:ea typeface="Arial"/>
                <a:cs typeface="Arial"/>
              </a:defRPr>
            </a:lvl4pPr>
            <a:lvl5pPr>
              <a:defRPr sz="1650" b="0">
                <a:solidFill>
                  <a:srgbClr val="10152B"/>
                </a:solidFill>
                <a:latin typeface="Arial"/>
                <a:ea typeface="Arial"/>
                <a:cs typeface="Arial"/>
              </a:defRPr>
            </a:lvl5pPr>
            <a:lvl6pPr>
              <a:defRPr sz="1650" b="0">
                <a:solidFill>
                  <a:srgbClr val="10152B"/>
                </a:solidFill>
                <a:latin typeface="Arial"/>
                <a:ea typeface="Arial"/>
                <a:cs typeface="Arial"/>
              </a:defRPr>
            </a:lvl6pPr>
            <a:lvl7pPr>
              <a:defRPr sz="1650" b="0">
                <a:solidFill>
                  <a:srgbClr val="10152B"/>
                </a:solidFill>
                <a:latin typeface="Arial"/>
                <a:ea typeface="Arial"/>
                <a:cs typeface="Arial"/>
              </a:defRPr>
            </a:lvl7pPr>
            <a:lvl8pPr>
              <a:defRPr sz="1650" b="0">
                <a:solidFill>
                  <a:srgbClr val="10152B"/>
                </a:solidFill>
                <a:latin typeface="Arial"/>
                <a:ea typeface="Arial"/>
                <a:cs typeface="Arial"/>
              </a:defRPr>
            </a:lvl8pPr>
            <a:lvl9pPr>
              <a:defRPr sz="1650" b="0">
                <a:solidFill>
                  <a:srgbClr val="10152B"/>
                </a:solidFill>
                <a:latin typeface="Arial"/>
                <a:ea typeface="Arial"/>
                <a:cs typeface="Arial"/>
              </a:defRPr>
            </a:lvl9pPr>
          </a:lstStyle>
          <a:p xmlns:a="http://schemas.openxmlformats.org/drawingml/2006/main">
            <a:pPr>
              <a:defRPr sz="1650" b="0">
                <a:solidFill>
                  <a:srgbClr val="10152B"/>
                </a:solidFill>
                <a:latin typeface="Arial"/>
                <a:ea typeface="Arial"/>
                <a:cs typeface="Arial"/>
              </a:defRPr>
            </a:pPr>
            <a:r>
              <a:rPr sz="1650" b="0">
                <a:solidFill>
                  <a:srgbClr val="10152B"/>
                </a:solidFill>
                <a:latin typeface="Arial"/>
                <a:ea typeface="Arial"/>
                <a:cs typeface="Arial"/>
              </a:rPr>
              <a:t>Set expectations and explain unsubscribe</a:t>
            </a:r>
          </a:p>
        </p:txBody>
      </p:sp>
      <p:sp>
        <p:nvSpPr>
          <p:cNvPr id="13" name="step-divider-1">
            <a:extLst xmlns:a="http://schemas.openxmlformats.org/drawingml/2006/main">
              <a:ext uri="{FF2B5EF4-FFF2-40B4-BE49-F238E27FC236}">
                <a16:creationId xmlns:a16="http://schemas.microsoft.com/office/drawing/2014/main" id="{5DC468A7-C7B9-4947-915D-DE109F67250B}"/>
              </a:ext>
            </a:extLst>
          </p:cNvPr>
          <p:cNvSpPr>
            <a:spLocks xmlns:a="http://schemas.openxmlformats.org/drawingml/2006/main" noGrp="1"/>
          </p:cNvSpPr>
          <p:nvPr/>
        </p:nvSpPr>
        <p:spPr>
          <a:xfrm xmlns:a="http://schemas.openxmlformats.org/drawingml/2006/main">
            <a:off x="1524000" y="3619500"/>
            <a:ext cx="9144000" cy="0"/>
          </a:xfrm>
          <a:prstGeom xmlns:a="http://schemas.openxmlformats.org/drawingml/2006/main" prst="line">
            <a:avLst/>
          </a:prstGeom>
          <a:noFill xmlns:a="http://schemas.openxmlformats.org/drawingml/2006/main"/>
          <a:ln xmlns:a="http://schemas.openxmlformats.org/drawingml/2006/main" w="19050">
            <a:solidFill>
              <a:srgbClr val="D9DCE7"/>
            </a:solidFill>
            <a:prstDash val="solid"/>
          </a:ln>
        </p:spPr>
      </p:sp>
      <p:sp>
        <p:nvSpPr>
          <p:cNvPr id="14" name="step-num-2">
            <a:extLst xmlns:a="http://schemas.openxmlformats.org/drawingml/2006/main">
              <a:ext uri="{FF2B5EF4-FFF2-40B4-BE49-F238E27FC236}">
                <a16:creationId xmlns:a16="http://schemas.microsoft.com/office/drawing/2014/main" id="{4DAA61C6-CDA1-43C1-96F3-14DA48320A9A}"/>
              </a:ext>
            </a:extLst>
          </p:cNvPr>
          <p:cNvSpPr>
            <a:spLocks xmlns:a="http://schemas.openxmlformats.org/drawingml/2006/main" noGrp="1"/>
          </p:cNvSpPr>
          <p:nvPr/>
        </p:nvSpPr>
        <p:spPr>
          <a:xfrm xmlns:a="http://schemas.openxmlformats.org/drawingml/2006/main">
            <a:off x="781050" y="3848100"/>
            <a:ext cx="57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defRPr sz="1575" b="1">
                <a:solidFill>
                  <a:srgbClr val="713BCC"/>
                </a:solidFill>
                <a:latin typeface="Arial"/>
                <a:ea typeface="Arial"/>
                <a:cs typeface="Arial"/>
              </a:defRPr>
            </a:defPPr>
            <a:lvl1pPr>
              <a:defRPr sz="1575" b="1">
                <a:solidFill>
                  <a:srgbClr val="713BCC"/>
                </a:solidFill>
                <a:latin typeface="Arial"/>
                <a:ea typeface="Arial"/>
                <a:cs typeface="Arial"/>
              </a:defRPr>
            </a:lvl1pPr>
            <a:lvl2pPr>
              <a:defRPr sz="1575" b="1">
                <a:solidFill>
                  <a:srgbClr val="713BCC"/>
                </a:solidFill>
                <a:latin typeface="Arial"/>
                <a:ea typeface="Arial"/>
                <a:cs typeface="Arial"/>
              </a:defRPr>
            </a:lvl2pPr>
            <a:lvl3pPr>
              <a:defRPr sz="1575" b="1">
                <a:solidFill>
                  <a:srgbClr val="713BCC"/>
                </a:solidFill>
                <a:latin typeface="Arial"/>
                <a:ea typeface="Arial"/>
                <a:cs typeface="Arial"/>
              </a:defRPr>
            </a:lvl3pPr>
            <a:lvl4pPr>
              <a:defRPr sz="1575" b="1">
                <a:solidFill>
                  <a:srgbClr val="713BCC"/>
                </a:solidFill>
                <a:latin typeface="Arial"/>
                <a:ea typeface="Arial"/>
                <a:cs typeface="Arial"/>
              </a:defRPr>
            </a:lvl4pPr>
            <a:lvl5pPr>
              <a:defRPr sz="1575" b="1">
                <a:solidFill>
                  <a:srgbClr val="713BCC"/>
                </a:solidFill>
                <a:latin typeface="Arial"/>
                <a:ea typeface="Arial"/>
                <a:cs typeface="Arial"/>
              </a:defRPr>
            </a:lvl5pPr>
            <a:lvl6pPr>
              <a:defRPr sz="1575" b="1">
                <a:solidFill>
                  <a:srgbClr val="713BCC"/>
                </a:solidFill>
                <a:latin typeface="Arial"/>
                <a:ea typeface="Arial"/>
                <a:cs typeface="Arial"/>
              </a:defRPr>
            </a:lvl6pPr>
            <a:lvl7pPr>
              <a:defRPr sz="1575" b="1">
                <a:solidFill>
                  <a:srgbClr val="713BCC"/>
                </a:solidFill>
                <a:latin typeface="Arial"/>
                <a:ea typeface="Arial"/>
                <a:cs typeface="Arial"/>
              </a:defRPr>
            </a:lvl7pPr>
            <a:lvl8pPr>
              <a:defRPr sz="1575" b="1">
                <a:solidFill>
                  <a:srgbClr val="713BCC"/>
                </a:solidFill>
                <a:latin typeface="Arial"/>
                <a:ea typeface="Arial"/>
                <a:cs typeface="Arial"/>
              </a:defRPr>
            </a:lvl8pPr>
            <a:lvl9pPr>
              <a:defRPr sz="1575" b="1">
                <a:solidFill>
                  <a:srgbClr val="713BCC"/>
                </a:solidFill>
                <a:latin typeface="Arial"/>
                <a:ea typeface="Arial"/>
                <a:cs typeface="Arial"/>
              </a:defRPr>
            </a:lvl9pPr>
          </a:lstStyle>
          <a:p xmlns:a="http://schemas.openxmlformats.org/drawingml/2006/main">
            <a:pPr>
              <a:defRPr sz="1575" b="1">
                <a:solidFill>
                  <a:srgbClr val="713BCC"/>
                </a:solidFill>
                <a:latin typeface="Arial"/>
                <a:ea typeface="Arial"/>
                <a:cs typeface="Arial"/>
              </a:defRPr>
            </a:pPr>
            <a:r>
              <a:rPr sz="1575" b="1">
                <a:solidFill>
                  <a:srgbClr val="713BCC"/>
                </a:solidFill>
                <a:latin typeface="Arial"/>
                <a:ea typeface="Arial"/>
                <a:cs typeface="Arial"/>
              </a:rPr>
              <a:t>03</a:t>
            </a:r>
          </a:p>
        </p:txBody>
      </p:sp>
      <p:sp>
        <p:nvSpPr>
          <p:cNvPr id="15" name="step-title-2">
            <a:extLst xmlns:a="http://schemas.openxmlformats.org/drawingml/2006/main">
              <a:ext uri="{FF2B5EF4-FFF2-40B4-BE49-F238E27FC236}">
                <a16:creationId xmlns:a16="http://schemas.microsoft.com/office/drawing/2014/main" id="{7F5C5AE2-D65C-44FE-81D9-30F3525DF219}"/>
              </a:ext>
            </a:extLst>
          </p:cNvPr>
          <p:cNvSpPr>
            <a:spLocks xmlns:a="http://schemas.openxmlformats.org/drawingml/2006/main" noGrp="1"/>
          </p:cNvSpPr>
          <p:nvPr/>
        </p:nvSpPr>
        <p:spPr>
          <a:xfrm xmlns:a="http://schemas.openxmlformats.org/drawingml/2006/main">
            <a:off x="1524000" y="3848100"/>
            <a:ext cx="2476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defRPr sz="1575" b="1">
                <a:solidFill>
                  <a:srgbClr val="188F75"/>
                </a:solidFill>
                <a:latin typeface="Arial"/>
                <a:ea typeface="Arial"/>
                <a:cs typeface="Arial"/>
              </a:defRPr>
            </a:defPPr>
            <a:lvl1pPr>
              <a:defRPr sz="1575" b="1">
                <a:solidFill>
                  <a:srgbClr val="188F75"/>
                </a:solidFill>
                <a:latin typeface="Arial"/>
                <a:ea typeface="Arial"/>
                <a:cs typeface="Arial"/>
              </a:defRPr>
            </a:lvl1pPr>
            <a:lvl2pPr>
              <a:defRPr sz="1575" b="1">
                <a:solidFill>
                  <a:srgbClr val="188F75"/>
                </a:solidFill>
                <a:latin typeface="Arial"/>
                <a:ea typeface="Arial"/>
                <a:cs typeface="Arial"/>
              </a:defRPr>
            </a:lvl2pPr>
            <a:lvl3pPr>
              <a:defRPr sz="1575" b="1">
                <a:solidFill>
                  <a:srgbClr val="188F75"/>
                </a:solidFill>
                <a:latin typeface="Arial"/>
                <a:ea typeface="Arial"/>
                <a:cs typeface="Arial"/>
              </a:defRPr>
            </a:lvl3pPr>
            <a:lvl4pPr>
              <a:defRPr sz="1575" b="1">
                <a:solidFill>
                  <a:srgbClr val="188F75"/>
                </a:solidFill>
                <a:latin typeface="Arial"/>
                <a:ea typeface="Arial"/>
                <a:cs typeface="Arial"/>
              </a:defRPr>
            </a:lvl4pPr>
            <a:lvl5pPr>
              <a:defRPr sz="1575" b="1">
                <a:solidFill>
                  <a:srgbClr val="188F75"/>
                </a:solidFill>
                <a:latin typeface="Arial"/>
                <a:ea typeface="Arial"/>
                <a:cs typeface="Arial"/>
              </a:defRPr>
            </a:lvl5pPr>
            <a:lvl6pPr>
              <a:defRPr sz="1575" b="1">
                <a:solidFill>
                  <a:srgbClr val="188F75"/>
                </a:solidFill>
                <a:latin typeface="Arial"/>
                <a:ea typeface="Arial"/>
                <a:cs typeface="Arial"/>
              </a:defRPr>
            </a:lvl6pPr>
            <a:lvl7pPr>
              <a:defRPr sz="1575" b="1">
                <a:solidFill>
                  <a:srgbClr val="188F75"/>
                </a:solidFill>
                <a:latin typeface="Arial"/>
                <a:ea typeface="Arial"/>
                <a:cs typeface="Arial"/>
              </a:defRPr>
            </a:lvl7pPr>
            <a:lvl8pPr>
              <a:defRPr sz="1575" b="1">
                <a:solidFill>
                  <a:srgbClr val="188F75"/>
                </a:solidFill>
                <a:latin typeface="Arial"/>
                <a:ea typeface="Arial"/>
                <a:cs typeface="Arial"/>
              </a:defRPr>
            </a:lvl8pPr>
            <a:lvl9pPr>
              <a:defRPr sz="1575" b="1">
                <a:solidFill>
                  <a:srgbClr val="188F75"/>
                </a:solidFill>
                <a:latin typeface="Arial"/>
                <a:ea typeface="Arial"/>
                <a:cs typeface="Arial"/>
              </a:defRPr>
            </a:lvl9pPr>
          </a:lstStyle>
          <a:p xmlns:a="http://schemas.openxmlformats.org/drawingml/2006/main">
            <a:pPr>
              <a:defRPr sz="1575" b="1">
                <a:solidFill>
                  <a:srgbClr val="188F75"/>
                </a:solidFill>
                <a:latin typeface="Arial"/>
                <a:ea typeface="Arial"/>
                <a:cs typeface="Arial"/>
              </a:defRPr>
            </a:pPr>
            <a:r>
              <a:rPr sz="1575" b="1">
                <a:solidFill>
                  <a:srgbClr val="188F75"/>
                </a:solidFill>
                <a:latin typeface="Arial"/>
                <a:ea typeface="Arial"/>
                <a:cs typeface="Arial"/>
              </a:rPr>
              <a:t>Wait one day</a:t>
            </a:r>
          </a:p>
        </p:txBody>
      </p:sp>
      <p:sp>
        <p:nvSpPr>
          <p:cNvPr id="16" name="step-copy-2">
            <a:extLst xmlns:a="http://schemas.openxmlformats.org/drawingml/2006/main">
              <a:ext uri="{FF2B5EF4-FFF2-40B4-BE49-F238E27FC236}">
                <a16:creationId xmlns:a16="http://schemas.microsoft.com/office/drawing/2014/main" id="{7DD8A083-6C84-4E71-AF45-B18678EA1EBD}"/>
              </a:ext>
            </a:extLst>
          </p:cNvPr>
          <p:cNvSpPr>
            <a:spLocks xmlns:a="http://schemas.openxmlformats.org/drawingml/2006/main" noGrp="1"/>
          </p:cNvSpPr>
          <p:nvPr/>
        </p:nvSpPr>
        <p:spPr>
          <a:xfrm xmlns:a="http://schemas.openxmlformats.org/drawingml/2006/main">
            <a:off x="4095750" y="3848100"/>
            <a:ext cx="6762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defRPr sz="1650" b="0">
                <a:solidFill>
                  <a:srgbClr val="10152B"/>
                </a:solidFill>
                <a:latin typeface="Arial"/>
                <a:ea typeface="Arial"/>
                <a:cs typeface="Arial"/>
              </a:defRPr>
            </a:defPPr>
            <a:lvl1pPr>
              <a:defRPr sz="1650" b="0">
                <a:solidFill>
                  <a:srgbClr val="10152B"/>
                </a:solidFill>
                <a:latin typeface="Arial"/>
                <a:ea typeface="Arial"/>
                <a:cs typeface="Arial"/>
              </a:defRPr>
            </a:lvl1pPr>
            <a:lvl2pPr>
              <a:defRPr sz="1650" b="0">
                <a:solidFill>
                  <a:srgbClr val="10152B"/>
                </a:solidFill>
                <a:latin typeface="Arial"/>
                <a:ea typeface="Arial"/>
                <a:cs typeface="Arial"/>
              </a:defRPr>
            </a:lvl2pPr>
            <a:lvl3pPr>
              <a:defRPr sz="1650" b="0">
                <a:solidFill>
                  <a:srgbClr val="10152B"/>
                </a:solidFill>
                <a:latin typeface="Arial"/>
                <a:ea typeface="Arial"/>
                <a:cs typeface="Arial"/>
              </a:defRPr>
            </a:lvl3pPr>
            <a:lvl4pPr>
              <a:defRPr sz="1650" b="0">
                <a:solidFill>
                  <a:srgbClr val="10152B"/>
                </a:solidFill>
                <a:latin typeface="Arial"/>
                <a:ea typeface="Arial"/>
                <a:cs typeface="Arial"/>
              </a:defRPr>
            </a:lvl4pPr>
            <a:lvl5pPr>
              <a:defRPr sz="1650" b="0">
                <a:solidFill>
                  <a:srgbClr val="10152B"/>
                </a:solidFill>
                <a:latin typeface="Arial"/>
                <a:ea typeface="Arial"/>
                <a:cs typeface="Arial"/>
              </a:defRPr>
            </a:lvl5pPr>
            <a:lvl6pPr>
              <a:defRPr sz="1650" b="0">
                <a:solidFill>
                  <a:srgbClr val="10152B"/>
                </a:solidFill>
                <a:latin typeface="Arial"/>
                <a:ea typeface="Arial"/>
                <a:cs typeface="Arial"/>
              </a:defRPr>
            </a:lvl6pPr>
            <a:lvl7pPr>
              <a:defRPr sz="1650" b="0">
                <a:solidFill>
                  <a:srgbClr val="10152B"/>
                </a:solidFill>
                <a:latin typeface="Arial"/>
                <a:ea typeface="Arial"/>
                <a:cs typeface="Arial"/>
              </a:defRPr>
            </a:lvl7pPr>
            <a:lvl8pPr>
              <a:defRPr sz="1650" b="0">
                <a:solidFill>
                  <a:srgbClr val="10152B"/>
                </a:solidFill>
                <a:latin typeface="Arial"/>
                <a:ea typeface="Arial"/>
                <a:cs typeface="Arial"/>
              </a:defRPr>
            </a:lvl8pPr>
            <a:lvl9pPr>
              <a:defRPr sz="1650" b="0">
                <a:solidFill>
                  <a:srgbClr val="10152B"/>
                </a:solidFill>
                <a:latin typeface="Arial"/>
                <a:ea typeface="Arial"/>
                <a:cs typeface="Arial"/>
              </a:defRPr>
            </a:lvl9pPr>
          </a:lstStyle>
          <a:p xmlns:a="http://schemas.openxmlformats.org/drawingml/2006/main">
            <a:pPr>
              <a:defRPr sz="1650" b="0">
                <a:solidFill>
                  <a:srgbClr val="10152B"/>
                </a:solidFill>
                <a:latin typeface="Arial"/>
                <a:ea typeface="Arial"/>
                <a:cs typeface="Arial"/>
              </a:defRPr>
            </a:pPr>
            <a:r>
              <a:rPr sz="1650" b="0">
                <a:solidFill>
                  <a:srgbClr val="10152B"/>
                </a:solidFill>
                <a:latin typeface="Arial"/>
                <a:ea typeface="Arial"/>
                <a:cs typeface="Arial"/>
              </a:rPr>
              <a:t>Give the subscriber time to respond</a:t>
            </a:r>
          </a:p>
        </p:txBody>
      </p:sp>
      <p:sp>
        <p:nvSpPr>
          <p:cNvPr id="17" name="step-divider-2">
            <a:extLst xmlns:a="http://schemas.openxmlformats.org/drawingml/2006/main">
              <a:ext uri="{FF2B5EF4-FFF2-40B4-BE49-F238E27FC236}">
                <a16:creationId xmlns:a16="http://schemas.microsoft.com/office/drawing/2014/main" id="{B3F9633C-0EC5-474E-B672-FA4EFA78B346}"/>
              </a:ext>
            </a:extLst>
          </p:cNvPr>
          <p:cNvSpPr>
            <a:spLocks xmlns:a="http://schemas.openxmlformats.org/drawingml/2006/main" noGrp="1"/>
          </p:cNvSpPr>
          <p:nvPr/>
        </p:nvSpPr>
        <p:spPr>
          <a:xfrm xmlns:a="http://schemas.openxmlformats.org/drawingml/2006/main">
            <a:off x="1524000" y="4362450"/>
            <a:ext cx="9144000" cy="0"/>
          </a:xfrm>
          <a:prstGeom xmlns:a="http://schemas.openxmlformats.org/drawingml/2006/main" prst="line">
            <a:avLst/>
          </a:prstGeom>
          <a:noFill xmlns:a="http://schemas.openxmlformats.org/drawingml/2006/main"/>
          <a:ln xmlns:a="http://schemas.openxmlformats.org/drawingml/2006/main" w="19050">
            <a:solidFill>
              <a:srgbClr val="D9DCE7"/>
            </a:solidFill>
            <a:prstDash val="solid"/>
          </a:ln>
        </p:spPr>
      </p:sp>
      <p:sp>
        <p:nvSpPr>
          <p:cNvPr id="18" name="step-num-3">
            <a:extLst xmlns:a="http://schemas.openxmlformats.org/drawingml/2006/main">
              <a:ext uri="{FF2B5EF4-FFF2-40B4-BE49-F238E27FC236}">
                <a16:creationId xmlns:a16="http://schemas.microsoft.com/office/drawing/2014/main" id="{E96361D6-1D53-4BC6-B528-C5A97C77932F}"/>
              </a:ext>
            </a:extLst>
          </p:cNvPr>
          <p:cNvSpPr>
            <a:spLocks xmlns:a="http://schemas.openxmlformats.org/drawingml/2006/main" noGrp="1"/>
          </p:cNvSpPr>
          <p:nvPr/>
        </p:nvSpPr>
        <p:spPr>
          <a:xfrm xmlns:a="http://schemas.openxmlformats.org/drawingml/2006/main">
            <a:off x="781050" y="4591050"/>
            <a:ext cx="57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defRPr sz="1575" b="1">
                <a:solidFill>
                  <a:srgbClr val="713BCC"/>
                </a:solidFill>
                <a:latin typeface="Arial"/>
                <a:ea typeface="Arial"/>
                <a:cs typeface="Arial"/>
              </a:defRPr>
            </a:defPPr>
            <a:lvl1pPr>
              <a:defRPr sz="1575" b="1">
                <a:solidFill>
                  <a:srgbClr val="713BCC"/>
                </a:solidFill>
                <a:latin typeface="Arial"/>
                <a:ea typeface="Arial"/>
                <a:cs typeface="Arial"/>
              </a:defRPr>
            </a:lvl1pPr>
            <a:lvl2pPr>
              <a:defRPr sz="1575" b="1">
                <a:solidFill>
                  <a:srgbClr val="713BCC"/>
                </a:solidFill>
                <a:latin typeface="Arial"/>
                <a:ea typeface="Arial"/>
                <a:cs typeface="Arial"/>
              </a:defRPr>
            </a:lvl2pPr>
            <a:lvl3pPr>
              <a:defRPr sz="1575" b="1">
                <a:solidFill>
                  <a:srgbClr val="713BCC"/>
                </a:solidFill>
                <a:latin typeface="Arial"/>
                <a:ea typeface="Arial"/>
                <a:cs typeface="Arial"/>
              </a:defRPr>
            </a:lvl3pPr>
            <a:lvl4pPr>
              <a:defRPr sz="1575" b="1">
                <a:solidFill>
                  <a:srgbClr val="713BCC"/>
                </a:solidFill>
                <a:latin typeface="Arial"/>
                <a:ea typeface="Arial"/>
                <a:cs typeface="Arial"/>
              </a:defRPr>
            </a:lvl4pPr>
            <a:lvl5pPr>
              <a:defRPr sz="1575" b="1">
                <a:solidFill>
                  <a:srgbClr val="713BCC"/>
                </a:solidFill>
                <a:latin typeface="Arial"/>
                <a:ea typeface="Arial"/>
                <a:cs typeface="Arial"/>
              </a:defRPr>
            </a:lvl5pPr>
            <a:lvl6pPr>
              <a:defRPr sz="1575" b="1">
                <a:solidFill>
                  <a:srgbClr val="713BCC"/>
                </a:solidFill>
                <a:latin typeface="Arial"/>
                <a:ea typeface="Arial"/>
                <a:cs typeface="Arial"/>
              </a:defRPr>
            </a:lvl6pPr>
            <a:lvl7pPr>
              <a:defRPr sz="1575" b="1">
                <a:solidFill>
                  <a:srgbClr val="713BCC"/>
                </a:solidFill>
                <a:latin typeface="Arial"/>
                <a:ea typeface="Arial"/>
                <a:cs typeface="Arial"/>
              </a:defRPr>
            </a:lvl7pPr>
            <a:lvl8pPr>
              <a:defRPr sz="1575" b="1">
                <a:solidFill>
                  <a:srgbClr val="713BCC"/>
                </a:solidFill>
                <a:latin typeface="Arial"/>
                <a:ea typeface="Arial"/>
                <a:cs typeface="Arial"/>
              </a:defRPr>
            </a:lvl8pPr>
            <a:lvl9pPr>
              <a:defRPr sz="1575" b="1">
                <a:solidFill>
                  <a:srgbClr val="713BCC"/>
                </a:solidFill>
                <a:latin typeface="Arial"/>
                <a:ea typeface="Arial"/>
                <a:cs typeface="Arial"/>
              </a:defRPr>
            </a:lvl9pPr>
          </a:lstStyle>
          <a:p xmlns:a="http://schemas.openxmlformats.org/drawingml/2006/main">
            <a:pPr>
              <a:defRPr sz="1575" b="1">
                <a:solidFill>
                  <a:srgbClr val="713BCC"/>
                </a:solidFill>
                <a:latin typeface="Arial"/>
                <a:ea typeface="Arial"/>
                <a:cs typeface="Arial"/>
              </a:defRPr>
            </a:pPr>
            <a:r>
              <a:rPr sz="1575" b="1">
                <a:solidFill>
                  <a:srgbClr val="713BCC"/>
                </a:solidFill>
                <a:latin typeface="Arial"/>
                <a:ea typeface="Arial"/>
                <a:cs typeface="Arial"/>
              </a:rPr>
              <a:t>04</a:t>
            </a:r>
          </a:p>
        </p:txBody>
      </p:sp>
      <p:sp>
        <p:nvSpPr>
          <p:cNvPr id="19" name="step-title-3">
            <a:extLst xmlns:a="http://schemas.openxmlformats.org/drawingml/2006/main">
              <a:ext uri="{FF2B5EF4-FFF2-40B4-BE49-F238E27FC236}">
                <a16:creationId xmlns:a16="http://schemas.microsoft.com/office/drawing/2014/main" id="{63DF365A-0A4C-47C5-899E-B76DA4DC1959}"/>
              </a:ext>
            </a:extLst>
          </p:cNvPr>
          <p:cNvSpPr>
            <a:spLocks xmlns:a="http://schemas.openxmlformats.org/drawingml/2006/main" noGrp="1"/>
          </p:cNvSpPr>
          <p:nvPr/>
        </p:nvSpPr>
        <p:spPr>
          <a:xfrm xmlns:a="http://schemas.openxmlformats.org/drawingml/2006/main">
            <a:off x="1524000" y="4591050"/>
            <a:ext cx="2476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defRPr sz="1575" b="1">
                <a:solidFill>
                  <a:srgbClr val="188F75"/>
                </a:solidFill>
                <a:latin typeface="Arial"/>
                <a:ea typeface="Arial"/>
                <a:cs typeface="Arial"/>
              </a:defRPr>
            </a:defPPr>
            <a:lvl1pPr>
              <a:defRPr sz="1575" b="1">
                <a:solidFill>
                  <a:srgbClr val="188F75"/>
                </a:solidFill>
                <a:latin typeface="Arial"/>
                <a:ea typeface="Arial"/>
                <a:cs typeface="Arial"/>
              </a:defRPr>
            </a:lvl1pPr>
            <a:lvl2pPr>
              <a:defRPr sz="1575" b="1">
                <a:solidFill>
                  <a:srgbClr val="188F75"/>
                </a:solidFill>
                <a:latin typeface="Arial"/>
                <a:ea typeface="Arial"/>
                <a:cs typeface="Arial"/>
              </a:defRPr>
            </a:lvl2pPr>
            <a:lvl3pPr>
              <a:defRPr sz="1575" b="1">
                <a:solidFill>
                  <a:srgbClr val="188F75"/>
                </a:solidFill>
                <a:latin typeface="Arial"/>
                <a:ea typeface="Arial"/>
                <a:cs typeface="Arial"/>
              </a:defRPr>
            </a:lvl3pPr>
            <a:lvl4pPr>
              <a:defRPr sz="1575" b="1">
                <a:solidFill>
                  <a:srgbClr val="188F75"/>
                </a:solidFill>
                <a:latin typeface="Arial"/>
                <a:ea typeface="Arial"/>
                <a:cs typeface="Arial"/>
              </a:defRPr>
            </a:lvl4pPr>
            <a:lvl5pPr>
              <a:defRPr sz="1575" b="1">
                <a:solidFill>
                  <a:srgbClr val="188F75"/>
                </a:solidFill>
                <a:latin typeface="Arial"/>
                <a:ea typeface="Arial"/>
                <a:cs typeface="Arial"/>
              </a:defRPr>
            </a:lvl5pPr>
            <a:lvl6pPr>
              <a:defRPr sz="1575" b="1">
                <a:solidFill>
                  <a:srgbClr val="188F75"/>
                </a:solidFill>
                <a:latin typeface="Arial"/>
                <a:ea typeface="Arial"/>
                <a:cs typeface="Arial"/>
              </a:defRPr>
            </a:lvl6pPr>
            <a:lvl7pPr>
              <a:defRPr sz="1575" b="1">
                <a:solidFill>
                  <a:srgbClr val="188F75"/>
                </a:solidFill>
                <a:latin typeface="Arial"/>
                <a:ea typeface="Arial"/>
                <a:cs typeface="Arial"/>
              </a:defRPr>
            </a:lvl7pPr>
            <a:lvl8pPr>
              <a:defRPr sz="1575" b="1">
                <a:solidFill>
                  <a:srgbClr val="188F75"/>
                </a:solidFill>
                <a:latin typeface="Arial"/>
                <a:ea typeface="Arial"/>
                <a:cs typeface="Arial"/>
              </a:defRPr>
            </a:lvl8pPr>
            <a:lvl9pPr>
              <a:defRPr sz="1575" b="1">
                <a:solidFill>
                  <a:srgbClr val="188F75"/>
                </a:solidFill>
                <a:latin typeface="Arial"/>
                <a:ea typeface="Arial"/>
                <a:cs typeface="Arial"/>
              </a:defRPr>
            </a:lvl9pPr>
          </a:lstStyle>
          <a:p xmlns:a="http://schemas.openxmlformats.org/drawingml/2006/main">
            <a:pPr>
              <a:defRPr sz="1575" b="1">
                <a:solidFill>
                  <a:srgbClr val="188F75"/>
                </a:solidFill>
                <a:latin typeface="Arial"/>
                <a:ea typeface="Arial"/>
                <a:cs typeface="Arial"/>
              </a:defRPr>
            </a:pPr>
            <a:r>
              <a:rPr sz="1575" b="1">
                <a:solidFill>
                  <a:srgbClr val="188F75"/>
                </a:solidFill>
                <a:latin typeface="Arial"/>
                <a:ea typeface="Arial"/>
                <a:cs typeface="Arial"/>
              </a:rPr>
              <a:t>Check click</a:t>
            </a:r>
          </a:p>
        </p:txBody>
      </p:sp>
      <p:sp>
        <p:nvSpPr>
          <p:cNvPr id="20" name="step-copy-3">
            <a:extLst xmlns:a="http://schemas.openxmlformats.org/drawingml/2006/main">
              <a:ext uri="{FF2B5EF4-FFF2-40B4-BE49-F238E27FC236}">
                <a16:creationId xmlns:a16="http://schemas.microsoft.com/office/drawing/2014/main" id="{240BF537-FCE8-41C7-AE7B-598DE167C2D0}"/>
              </a:ext>
            </a:extLst>
          </p:cNvPr>
          <p:cNvSpPr>
            <a:spLocks xmlns:a="http://schemas.openxmlformats.org/drawingml/2006/main" noGrp="1"/>
          </p:cNvSpPr>
          <p:nvPr/>
        </p:nvSpPr>
        <p:spPr>
          <a:xfrm xmlns:a="http://schemas.openxmlformats.org/drawingml/2006/main">
            <a:off x="4095750" y="4591050"/>
            <a:ext cx="6762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defRPr sz="1650" b="0">
                <a:solidFill>
                  <a:srgbClr val="10152B"/>
                </a:solidFill>
                <a:latin typeface="Arial"/>
                <a:ea typeface="Arial"/>
                <a:cs typeface="Arial"/>
              </a:defRPr>
            </a:defPPr>
            <a:lvl1pPr>
              <a:defRPr sz="1650" b="0">
                <a:solidFill>
                  <a:srgbClr val="10152B"/>
                </a:solidFill>
                <a:latin typeface="Arial"/>
                <a:ea typeface="Arial"/>
                <a:cs typeface="Arial"/>
              </a:defRPr>
            </a:lvl1pPr>
            <a:lvl2pPr>
              <a:defRPr sz="1650" b="0">
                <a:solidFill>
                  <a:srgbClr val="10152B"/>
                </a:solidFill>
                <a:latin typeface="Arial"/>
                <a:ea typeface="Arial"/>
                <a:cs typeface="Arial"/>
              </a:defRPr>
            </a:lvl2pPr>
            <a:lvl3pPr>
              <a:defRPr sz="1650" b="0">
                <a:solidFill>
                  <a:srgbClr val="10152B"/>
                </a:solidFill>
                <a:latin typeface="Arial"/>
                <a:ea typeface="Arial"/>
                <a:cs typeface="Arial"/>
              </a:defRPr>
            </a:lvl3pPr>
            <a:lvl4pPr>
              <a:defRPr sz="1650" b="0">
                <a:solidFill>
                  <a:srgbClr val="10152B"/>
                </a:solidFill>
                <a:latin typeface="Arial"/>
                <a:ea typeface="Arial"/>
                <a:cs typeface="Arial"/>
              </a:defRPr>
            </a:lvl4pPr>
            <a:lvl5pPr>
              <a:defRPr sz="1650" b="0">
                <a:solidFill>
                  <a:srgbClr val="10152B"/>
                </a:solidFill>
                <a:latin typeface="Arial"/>
                <a:ea typeface="Arial"/>
                <a:cs typeface="Arial"/>
              </a:defRPr>
            </a:lvl5pPr>
            <a:lvl6pPr>
              <a:defRPr sz="1650" b="0">
                <a:solidFill>
                  <a:srgbClr val="10152B"/>
                </a:solidFill>
                <a:latin typeface="Arial"/>
                <a:ea typeface="Arial"/>
                <a:cs typeface="Arial"/>
              </a:defRPr>
            </a:lvl6pPr>
            <a:lvl7pPr>
              <a:defRPr sz="1650" b="0">
                <a:solidFill>
                  <a:srgbClr val="10152B"/>
                </a:solidFill>
                <a:latin typeface="Arial"/>
                <a:ea typeface="Arial"/>
                <a:cs typeface="Arial"/>
              </a:defRPr>
            </a:lvl7pPr>
            <a:lvl8pPr>
              <a:defRPr sz="1650" b="0">
                <a:solidFill>
                  <a:srgbClr val="10152B"/>
                </a:solidFill>
                <a:latin typeface="Arial"/>
                <a:ea typeface="Arial"/>
                <a:cs typeface="Arial"/>
              </a:defRPr>
            </a:lvl8pPr>
            <a:lvl9pPr>
              <a:defRPr sz="1650" b="0">
                <a:solidFill>
                  <a:srgbClr val="10152B"/>
                </a:solidFill>
                <a:latin typeface="Arial"/>
                <a:ea typeface="Arial"/>
                <a:cs typeface="Arial"/>
              </a:defRPr>
            </a:lvl9pPr>
          </a:lstStyle>
          <a:p xmlns:a="http://schemas.openxmlformats.org/drawingml/2006/main">
            <a:pPr>
              <a:defRPr sz="1650" b="0">
                <a:solidFill>
                  <a:srgbClr val="10152B"/>
                </a:solidFill>
                <a:latin typeface="Arial"/>
                <a:ea typeface="Arial"/>
                <a:cs typeface="Arial"/>
              </a:defRPr>
            </a:pPr>
            <a:r>
              <a:rPr sz="1650" b="0">
                <a:solidFill>
                  <a:srgbClr val="10152B"/>
                </a:solidFill>
                <a:latin typeface="Arial"/>
                <a:ea typeface="Arial"/>
                <a:cs typeface="Arial"/>
              </a:rPr>
              <a:t>Branch based on engagement</a:t>
            </a:r>
          </a:p>
        </p:txBody>
      </p:sp>
      <p:sp>
        <p:nvSpPr>
          <p:cNvPr id="21" name="footer-divider">
            <a:extLst xmlns:a="http://schemas.openxmlformats.org/drawingml/2006/main">
              <a:ext uri="{FF2B5EF4-FFF2-40B4-BE49-F238E27FC236}">
                <a16:creationId xmlns:a16="http://schemas.microsoft.com/office/drawing/2014/main" id="{7D23937F-AF09-4891-8F82-7031D8518FFC}"/>
              </a:ext>
            </a:extLst>
          </p:cNvPr>
          <p:cNvSpPr>
            <a:spLocks xmlns:a="http://schemas.openxmlformats.org/drawingml/2006/main" noGrp="1"/>
          </p:cNvSpPr>
          <p:nvPr/>
        </p:nvSpPr>
        <p:spPr>
          <a:xfrm xmlns:a="http://schemas.openxmlformats.org/drawingml/2006/main">
            <a:off x="685800" y="6210300"/>
            <a:ext cx="10810875" cy="0"/>
          </a:xfrm>
          <a:prstGeom xmlns:a="http://schemas.openxmlformats.org/drawingml/2006/main" prst="line">
            <a:avLst/>
          </a:prstGeom>
          <a:noFill xmlns:a="http://schemas.openxmlformats.org/drawingml/2006/main"/>
          <a:ln xmlns:a="http://schemas.openxmlformats.org/drawingml/2006/main" w="19050">
            <a:solidFill>
              <a:srgbClr val="D9DCE7"/>
            </a:solidFill>
            <a:prstDash val="solid"/>
          </a:ln>
        </p:spPr>
      </p:sp>
      <p:sp>
        <p:nvSpPr>
          <p:cNvPr id="22" name="footer">
            <a:extLst xmlns:a="http://schemas.openxmlformats.org/drawingml/2006/main">
              <a:ext uri="{FF2B5EF4-FFF2-40B4-BE49-F238E27FC236}">
                <a16:creationId xmlns:a16="http://schemas.microsoft.com/office/drawing/2014/main" id="{9B9808AE-5A77-4180-996C-353CB5BEA2BD}"/>
              </a:ext>
            </a:extLst>
          </p:cNvPr>
          <p:cNvSpPr>
            <a:spLocks xmlns:a="http://schemas.openxmlformats.org/drawingml/2006/main" noGrp="1"/>
          </p:cNvSpPr>
          <p:nvPr/>
        </p:nvSpPr>
        <p:spPr>
          <a:xfrm xmlns:a="http://schemas.openxmlformats.org/drawingml/2006/main">
            <a:off x="685800" y="6362700"/>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defRPr sz="975" b="1">
                <a:solidFill>
                  <a:srgbClr val="596176"/>
                </a:solidFill>
                <a:latin typeface="Arial"/>
                <a:ea typeface="Arial"/>
                <a:cs typeface="Arial"/>
              </a:defRPr>
            </a:defPPr>
            <a:lvl1pPr>
              <a:defRPr sz="975" b="1">
                <a:solidFill>
                  <a:srgbClr val="596176"/>
                </a:solidFill>
                <a:latin typeface="Arial"/>
                <a:ea typeface="Arial"/>
                <a:cs typeface="Arial"/>
              </a:defRPr>
            </a:lvl1pPr>
            <a:lvl2pPr>
              <a:defRPr sz="975" b="1">
                <a:solidFill>
                  <a:srgbClr val="596176"/>
                </a:solidFill>
                <a:latin typeface="Arial"/>
                <a:ea typeface="Arial"/>
                <a:cs typeface="Arial"/>
              </a:defRPr>
            </a:lvl2pPr>
            <a:lvl3pPr>
              <a:defRPr sz="975" b="1">
                <a:solidFill>
                  <a:srgbClr val="596176"/>
                </a:solidFill>
                <a:latin typeface="Arial"/>
                <a:ea typeface="Arial"/>
                <a:cs typeface="Arial"/>
              </a:defRPr>
            </a:lvl3pPr>
            <a:lvl4pPr>
              <a:defRPr sz="975" b="1">
                <a:solidFill>
                  <a:srgbClr val="596176"/>
                </a:solidFill>
                <a:latin typeface="Arial"/>
                <a:ea typeface="Arial"/>
                <a:cs typeface="Arial"/>
              </a:defRPr>
            </a:lvl4pPr>
            <a:lvl5pPr>
              <a:defRPr sz="975" b="1">
                <a:solidFill>
                  <a:srgbClr val="596176"/>
                </a:solidFill>
                <a:latin typeface="Arial"/>
                <a:ea typeface="Arial"/>
                <a:cs typeface="Arial"/>
              </a:defRPr>
            </a:lvl5pPr>
            <a:lvl6pPr>
              <a:defRPr sz="975" b="1">
                <a:solidFill>
                  <a:srgbClr val="596176"/>
                </a:solidFill>
                <a:latin typeface="Arial"/>
                <a:ea typeface="Arial"/>
                <a:cs typeface="Arial"/>
              </a:defRPr>
            </a:lvl6pPr>
            <a:lvl7pPr>
              <a:defRPr sz="975" b="1">
                <a:solidFill>
                  <a:srgbClr val="596176"/>
                </a:solidFill>
                <a:latin typeface="Arial"/>
                <a:ea typeface="Arial"/>
                <a:cs typeface="Arial"/>
              </a:defRPr>
            </a:lvl7pPr>
            <a:lvl8pPr>
              <a:defRPr sz="975" b="1">
                <a:solidFill>
                  <a:srgbClr val="596176"/>
                </a:solidFill>
                <a:latin typeface="Arial"/>
                <a:ea typeface="Arial"/>
                <a:cs typeface="Arial"/>
              </a:defRPr>
            </a:lvl8pPr>
            <a:lvl9pPr>
              <a:defRPr sz="975" b="1">
                <a:solidFill>
                  <a:srgbClr val="596176"/>
                </a:solidFill>
                <a:latin typeface="Arial"/>
                <a:ea typeface="Arial"/>
                <a:cs typeface="Arial"/>
              </a:defRPr>
            </a:lvl9pPr>
          </a:lstStyle>
          <a:p xmlns:a="http://schemas.openxmlformats.org/drawingml/2006/main">
            <a:pPr>
              <a:defRPr sz="975" b="1">
                <a:solidFill>
                  <a:srgbClr val="596176"/>
                </a:solidFill>
                <a:latin typeface="Arial"/>
                <a:ea typeface="Arial"/>
                <a:cs typeface="Arial"/>
              </a:defRPr>
            </a:pPr>
            <a:r>
              <a:rPr sz="975" b="1">
                <a:solidFill>
                  <a:srgbClr val="596176"/>
                </a:solidFill>
                <a:latin typeface="Arial"/>
                <a:ea typeface="Arial"/>
                <a:cs typeface="Arial"/>
              </a:rPr>
              <a:t>DAY 5 FUTURES REPORT  |  PRACTICE DATA UNLESS STATED</a:t>
            </a:r>
          </a:p>
        </p:txBody>
      </p:sp>
      <p:sp>
        <p:nvSpPr>
          <p:cNvPr id="23" name="page-number">
            <a:extLst xmlns:a="http://schemas.openxmlformats.org/drawingml/2006/main">
              <a:ext uri="{FF2B5EF4-FFF2-40B4-BE49-F238E27FC236}">
                <a16:creationId xmlns:a16="http://schemas.microsoft.com/office/drawing/2014/main" id="{00C01B8B-0D56-4924-80F0-0C508A20E2D4}"/>
              </a:ext>
            </a:extLst>
          </p:cNvPr>
          <p:cNvSpPr>
            <a:spLocks xmlns:a="http://schemas.openxmlformats.org/drawingml/2006/main" noGrp="1"/>
          </p:cNvSpPr>
          <p:nvPr/>
        </p:nvSpPr>
        <p:spPr>
          <a:xfrm xmlns:a="http://schemas.openxmlformats.org/drawingml/2006/main">
            <a:off x="11049000" y="6334125"/>
            <a:ext cx="4286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defRPr sz="1125" b="1">
                <a:solidFill>
                  <a:srgbClr val="713BCC"/>
                </a:solidFill>
                <a:latin typeface="Arial"/>
                <a:ea typeface="Arial"/>
                <a:cs typeface="Arial"/>
              </a:defRPr>
            </a:defPPr>
            <a:lvl1pPr>
              <a:defRPr sz="1125" b="1">
                <a:solidFill>
                  <a:srgbClr val="713BCC"/>
                </a:solidFill>
                <a:latin typeface="Arial"/>
                <a:ea typeface="Arial"/>
                <a:cs typeface="Arial"/>
              </a:defRPr>
            </a:lvl1pPr>
            <a:lvl2pPr>
              <a:defRPr sz="1125" b="1">
                <a:solidFill>
                  <a:srgbClr val="713BCC"/>
                </a:solidFill>
                <a:latin typeface="Arial"/>
                <a:ea typeface="Arial"/>
                <a:cs typeface="Arial"/>
              </a:defRPr>
            </a:lvl2pPr>
            <a:lvl3pPr>
              <a:defRPr sz="1125" b="1">
                <a:solidFill>
                  <a:srgbClr val="713BCC"/>
                </a:solidFill>
                <a:latin typeface="Arial"/>
                <a:ea typeface="Arial"/>
                <a:cs typeface="Arial"/>
              </a:defRPr>
            </a:lvl3pPr>
            <a:lvl4pPr>
              <a:defRPr sz="1125" b="1">
                <a:solidFill>
                  <a:srgbClr val="713BCC"/>
                </a:solidFill>
                <a:latin typeface="Arial"/>
                <a:ea typeface="Arial"/>
                <a:cs typeface="Arial"/>
              </a:defRPr>
            </a:lvl4pPr>
            <a:lvl5pPr>
              <a:defRPr sz="1125" b="1">
                <a:solidFill>
                  <a:srgbClr val="713BCC"/>
                </a:solidFill>
                <a:latin typeface="Arial"/>
                <a:ea typeface="Arial"/>
                <a:cs typeface="Arial"/>
              </a:defRPr>
            </a:lvl5pPr>
            <a:lvl6pPr>
              <a:defRPr sz="1125" b="1">
                <a:solidFill>
                  <a:srgbClr val="713BCC"/>
                </a:solidFill>
                <a:latin typeface="Arial"/>
                <a:ea typeface="Arial"/>
                <a:cs typeface="Arial"/>
              </a:defRPr>
            </a:lvl6pPr>
            <a:lvl7pPr>
              <a:defRPr sz="1125" b="1">
                <a:solidFill>
                  <a:srgbClr val="713BCC"/>
                </a:solidFill>
                <a:latin typeface="Arial"/>
                <a:ea typeface="Arial"/>
                <a:cs typeface="Arial"/>
              </a:defRPr>
            </a:lvl7pPr>
            <a:lvl8pPr>
              <a:defRPr sz="1125" b="1">
                <a:solidFill>
                  <a:srgbClr val="713BCC"/>
                </a:solidFill>
                <a:latin typeface="Arial"/>
                <a:ea typeface="Arial"/>
                <a:cs typeface="Arial"/>
              </a:defRPr>
            </a:lvl8pPr>
            <a:lvl9pPr>
              <a:defRPr sz="1125" b="1">
                <a:solidFill>
                  <a:srgbClr val="713BCC"/>
                </a:solidFill>
                <a:latin typeface="Arial"/>
                <a:ea typeface="Arial"/>
                <a:cs typeface="Arial"/>
              </a:defRPr>
            </a:lvl9pPr>
          </a:lstStyle>
          <a:p xmlns:a="http://schemas.openxmlformats.org/drawingml/2006/main">
            <a:pPr>
              <a:defRPr sz="1125" b="1">
                <a:solidFill>
                  <a:srgbClr val="713BCC"/>
                </a:solidFill>
                <a:latin typeface="Arial"/>
                <a:ea typeface="Arial"/>
                <a:cs typeface="Arial"/>
              </a:defRPr>
            </a:pPr>
            <a:r>
              <a:rPr sz="1125" b="1">
                <a:solidFill>
                  <a:srgbClr val="713BCC"/>
                </a:solidFill>
                <a:latin typeface="Arial"/>
                <a:ea typeface="Arial"/>
                <a:cs typeface="Arial"/>
              </a:rPr>
              <a:t>03</a:t>
            </a:r>
          </a:p>
        </p:txBody>
      </p:sp>
    </p:spTree>
    <p:extLst>
      <p:ext uri="{BB962C8B-B14F-4D97-AF65-F5344CB8AC3E}">
        <p14:creationId xmlns:p14="http://schemas.microsoft.com/office/powerpoint/2010/main" val="1406317162"/>
      </p:ext>
    </p:extLst>
  </p:cSld>
</p:sld>
</file>

<file path=ppt/slides/slide4.xml><?xml version="1.0" encoding="utf-8"?>
<p:sld xmlns:p="http://schemas.openxmlformats.org/presentationml/2006/main">
  <p:cSld>
    <p:bg>
      <p:bgPr>
        <a:solidFill xmlns:a="http://schemas.openxmlformats.org/drawingml/2006/main">
          <a:srgbClr val="F7F7FB"/>
        </a:solidFill>
      </p:bgPr>
    </p:bg>
    <p:spTree>
      <p:nvGrpSpPr>
        <p:cNvPr id="1" name=""/>
        <p:cNvGrpSpPr/>
        <p:nvPr/>
      </p:nvGrpSpPr>
      <p:grpSpPr>
        <a:xfrm xmlns:a="http://schemas.openxmlformats.org/drawingml/2006/main"/>
      </p:grpSpPr>
      <p:sp>
        <p:nvSpPr>
          <p:cNvPr id="21" name="accent-rule">
            <a:extLst xmlns:a="http://schemas.openxmlformats.org/drawingml/2006/main">
              <a:ext uri="{FF2B5EF4-FFF2-40B4-BE49-F238E27FC236}">
                <a16:creationId xmlns:a16="http://schemas.microsoft.com/office/drawing/2014/main" id="{E110A5F7-4488-4BDA-AE60-C8C3D012F67C}"/>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713BCC"/>
          </a:solidFill>
          <a:ln xmlns:a="http://schemas.openxmlformats.org/drawingml/2006/main" w="0">
            <a:noFill/>
            <a:prstDash val="solid"/>
          </a:ln>
        </p:spPr>
      </p:sp>
      <p:sp>
        <p:nvSpPr>
          <p:cNvPr id="2" name="presenter-label">
            <a:extLst xmlns:a="http://schemas.openxmlformats.org/drawingml/2006/main">
              <a:ext uri="{FF2B5EF4-FFF2-40B4-BE49-F238E27FC236}">
                <a16:creationId xmlns:a16="http://schemas.microsoft.com/office/drawing/2014/main" id="{5E60643C-7ECC-452B-8E52-2C577790768C}"/>
              </a:ext>
            </a:extLst>
          </p:cNvPr>
          <p:cNvSpPr>
            <a:spLocks xmlns:a="http://schemas.openxmlformats.org/drawingml/2006/main" noGrp="1"/>
          </p:cNvSpPr>
          <p:nvPr/>
        </p:nvSpPr>
        <p:spPr>
          <a:xfrm xmlns:a="http://schemas.openxmlformats.org/drawingml/2006/main">
            <a:off x="666750" y="342900"/>
            <a:ext cx="857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defRPr sz="1200" b="1">
                <a:solidFill>
                  <a:srgbClr val="713BCC"/>
                </a:solidFill>
                <a:latin typeface="Arial"/>
                <a:ea typeface="Arial"/>
                <a:cs typeface="Arial"/>
              </a:defRPr>
            </a:defPPr>
            <a:lvl1pPr>
              <a:defRPr sz="1200" b="1">
                <a:solidFill>
                  <a:srgbClr val="713BCC"/>
                </a:solidFill>
                <a:latin typeface="Arial"/>
                <a:ea typeface="Arial"/>
                <a:cs typeface="Arial"/>
              </a:defRPr>
            </a:lvl1pPr>
            <a:lvl2pPr>
              <a:defRPr sz="1200" b="1">
                <a:solidFill>
                  <a:srgbClr val="713BCC"/>
                </a:solidFill>
                <a:latin typeface="Arial"/>
                <a:ea typeface="Arial"/>
                <a:cs typeface="Arial"/>
              </a:defRPr>
            </a:lvl2pPr>
            <a:lvl3pPr>
              <a:defRPr sz="1200" b="1">
                <a:solidFill>
                  <a:srgbClr val="713BCC"/>
                </a:solidFill>
                <a:latin typeface="Arial"/>
                <a:ea typeface="Arial"/>
                <a:cs typeface="Arial"/>
              </a:defRPr>
            </a:lvl3pPr>
            <a:lvl4pPr>
              <a:defRPr sz="1200" b="1">
                <a:solidFill>
                  <a:srgbClr val="713BCC"/>
                </a:solidFill>
                <a:latin typeface="Arial"/>
                <a:ea typeface="Arial"/>
                <a:cs typeface="Arial"/>
              </a:defRPr>
            </a:lvl4pPr>
            <a:lvl5pPr>
              <a:defRPr sz="1200" b="1">
                <a:solidFill>
                  <a:srgbClr val="713BCC"/>
                </a:solidFill>
                <a:latin typeface="Arial"/>
                <a:ea typeface="Arial"/>
                <a:cs typeface="Arial"/>
              </a:defRPr>
            </a:lvl5pPr>
            <a:lvl6pPr>
              <a:defRPr sz="1200" b="1">
                <a:solidFill>
                  <a:srgbClr val="713BCC"/>
                </a:solidFill>
                <a:latin typeface="Arial"/>
                <a:ea typeface="Arial"/>
                <a:cs typeface="Arial"/>
              </a:defRPr>
            </a:lvl6pPr>
            <a:lvl7pPr>
              <a:defRPr sz="1200" b="1">
                <a:solidFill>
                  <a:srgbClr val="713BCC"/>
                </a:solidFill>
                <a:latin typeface="Arial"/>
                <a:ea typeface="Arial"/>
                <a:cs typeface="Arial"/>
              </a:defRPr>
            </a:lvl7pPr>
            <a:lvl8pPr>
              <a:defRPr sz="1200" b="1">
                <a:solidFill>
                  <a:srgbClr val="713BCC"/>
                </a:solidFill>
                <a:latin typeface="Arial"/>
                <a:ea typeface="Arial"/>
                <a:cs typeface="Arial"/>
              </a:defRPr>
            </a:lvl8pPr>
            <a:lvl9pPr>
              <a:defRPr sz="1200" b="1">
                <a:solidFill>
                  <a:srgbClr val="713BCC"/>
                </a:solidFill>
                <a:latin typeface="Arial"/>
                <a:ea typeface="Arial"/>
                <a:cs typeface="Arial"/>
              </a:defRPr>
            </a:lvl9pPr>
          </a:lstStyle>
          <a:p xmlns:a="http://schemas.openxmlformats.org/drawingml/2006/main">
            <a:pPr>
              <a:defRPr sz="1200" b="1">
                <a:solidFill>
                  <a:srgbClr val="713BCC"/>
                </a:solidFill>
                <a:latin typeface="Arial"/>
                <a:ea typeface="Arial"/>
                <a:cs typeface="Arial"/>
              </a:defRPr>
            </a:pPr>
            <a:r>
              <a:rPr sz="1200" b="1">
                <a:solidFill>
                  <a:srgbClr val="713BCC"/>
                </a:solidFill>
                <a:latin typeface="Arial"/>
                <a:ea typeface="Arial"/>
                <a:cs typeface="Arial"/>
              </a:rPr>
              <a:t>SANKAR  /  EMAIL AUTOMATION</a:t>
            </a:r>
          </a:p>
        </p:txBody>
      </p:sp>
      <p:sp>
        <p:nvSpPr>
          <p:cNvPr id="3" name="slide-title">
            <a:extLst xmlns:a="http://schemas.openxmlformats.org/drawingml/2006/main">
              <a:ext uri="{FF2B5EF4-FFF2-40B4-BE49-F238E27FC236}">
                <a16:creationId xmlns:a16="http://schemas.microsoft.com/office/drawing/2014/main" id="{296A7838-0B70-4A13-BB3F-B6141416FF7B}"/>
              </a:ext>
            </a:extLst>
          </p:cNvPr>
          <p:cNvSpPr>
            <a:spLocks xmlns:a="http://schemas.openxmlformats.org/drawingml/2006/main" noGrp="1"/>
          </p:cNvSpPr>
          <p:nvPr/>
        </p:nvSpPr>
        <p:spPr>
          <a:xfrm xmlns:a="http://schemas.openxmlformats.org/drawingml/2006/main">
            <a:off x="666750" y="790575"/>
            <a:ext cx="10858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defRPr sz="3150" b="1">
                <a:solidFill>
                  <a:srgbClr val="10152B"/>
                </a:solidFill>
                <a:latin typeface="Arial"/>
                <a:ea typeface="Arial"/>
                <a:cs typeface="Arial"/>
              </a:defRPr>
            </a:defPPr>
            <a:lvl1pPr>
              <a:defRPr sz="3150" b="1">
                <a:solidFill>
                  <a:srgbClr val="10152B"/>
                </a:solidFill>
                <a:latin typeface="Arial"/>
                <a:ea typeface="Arial"/>
                <a:cs typeface="Arial"/>
              </a:defRPr>
            </a:lvl1pPr>
            <a:lvl2pPr>
              <a:defRPr sz="3150" b="1">
                <a:solidFill>
                  <a:srgbClr val="10152B"/>
                </a:solidFill>
                <a:latin typeface="Arial"/>
                <a:ea typeface="Arial"/>
                <a:cs typeface="Arial"/>
              </a:defRPr>
            </a:lvl2pPr>
            <a:lvl3pPr>
              <a:defRPr sz="3150" b="1">
                <a:solidFill>
                  <a:srgbClr val="10152B"/>
                </a:solidFill>
                <a:latin typeface="Arial"/>
                <a:ea typeface="Arial"/>
                <a:cs typeface="Arial"/>
              </a:defRPr>
            </a:lvl3pPr>
            <a:lvl4pPr>
              <a:defRPr sz="3150" b="1">
                <a:solidFill>
                  <a:srgbClr val="10152B"/>
                </a:solidFill>
                <a:latin typeface="Arial"/>
                <a:ea typeface="Arial"/>
                <a:cs typeface="Arial"/>
              </a:defRPr>
            </a:lvl4pPr>
            <a:lvl5pPr>
              <a:defRPr sz="3150" b="1">
                <a:solidFill>
                  <a:srgbClr val="10152B"/>
                </a:solidFill>
                <a:latin typeface="Arial"/>
                <a:ea typeface="Arial"/>
                <a:cs typeface="Arial"/>
              </a:defRPr>
            </a:lvl5pPr>
            <a:lvl6pPr>
              <a:defRPr sz="3150" b="1">
                <a:solidFill>
                  <a:srgbClr val="10152B"/>
                </a:solidFill>
                <a:latin typeface="Arial"/>
                <a:ea typeface="Arial"/>
                <a:cs typeface="Arial"/>
              </a:defRPr>
            </a:lvl6pPr>
            <a:lvl7pPr>
              <a:defRPr sz="3150" b="1">
                <a:solidFill>
                  <a:srgbClr val="10152B"/>
                </a:solidFill>
                <a:latin typeface="Arial"/>
                <a:ea typeface="Arial"/>
                <a:cs typeface="Arial"/>
              </a:defRPr>
            </a:lvl7pPr>
            <a:lvl8pPr>
              <a:defRPr sz="3150" b="1">
                <a:solidFill>
                  <a:srgbClr val="10152B"/>
                </a:solidFill>
                <a:latin typeface="Arial"/>
                <a:ea typeface="Arial"/>
                <a:cs typeface="Arial"/>
              </a:defRPr>
            </a:lvl8pPr>
            <a:lvl9pPr>
              <a:defRPr sz="3150" b="1">
                <a:solidFill>
                  <a:srgbClr val="10152B"/>
                </a:solidFill>
                <a:latin typeface="Arial"/>
                <a:ea typeface="Arial"/>
                <a:cs typeface="Arial"/>
              </a:defRPr>
            </a:lvl9pPr>
          </a:lstStyle>
          <a:p xmlns:a="http://schemas.openxmlformats.org/drawingml/2006/main">
            <a:pPr>
              <a:defRPr sz="3150" b="1">
                <a:solidFill>
                  <a:srgbClr val="10152B"/>
                </a:solidFill>
                <a:latin typeface="Arial"/>
                <a:ea typeface="Arial"/>
                <a:cs typeface="Arial"/>
              </a:defRPr>
            </a:pPr>
            <a:r>
              <a:rPr sz="3150" b="1">
                <a:solidFill>
                  <a:srgbClr val="10152B"/>
                </a:solidFill>
                <a:latin typeface="Arial"/>
                <a:ea typeface="Arial"/>
                <a:cs typeface="Arial"/>
              </a:rPr>
              <a:t>Two follow-ups, one clear engagement goal</a:t>
            </a:r>
          </a:p>
        </p:txBody>
      </p:sp>
      <p:sp>
        <p:nvSpPr>
          <p:cNvPr id="4" name="slide-subtitle">
            <a:extLst xmlns:a="http://schemas.openxmlformats.org/drawingml/2006/main">
              <a:ext uri="{FF2B5EF4-FFF2-40B4-BE49-F238E27FC236}">
                <a16:creationId xmlns:a16="http://schemas.microsoft.com/office/drawing/2014/main" id="{D7F558B5-6873-4050-B17E-0E064212CCBB}"/>
              </a:ext>
            </a:extLst>
          </p:cNvPr>
          <p:cNvSpPr>
            <a:spLocks xmlns:a="http://schemas.openxmlformats.org/drawingml/2006/main" noGrp="1"/>
          </p:cNvSpPr>
          <p:nvPr/>
        </p:nvSpPr>
        <p:spPr>
          <a:xfrm xmlns:a="http://schemas.openxmlformats.org/drawingml/2006/main">
            <a:off x="685800" y="1524000"/>
            <a:ext cx="10668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defRPr sz="1725" b="0">
                <a:solidFill>
                  <a:srgbClr val="596176"/>
                </a:solidFill>
                <a:latin typeface="Arial"/>
                <a:ea typeface="Arial"/>
                <a:cs typeface="Arial"/>
              </a:defRPr>
            </a:defPPr>
            <a:lvl1pPr>
              <a:defRPr sz="1725" b="0">
                <a:solidFill>
                  <a:srgbClr val="596176"/>
                </a:solidFill>
                <a:latin typeface="Arial"/>
                <a:ea typeface="Arial"/>
                <a:cs typeface="Arial"/>
              </a:defRPr>
            </a:lvl1pPr>
            <a:lvl2pPr>
              <a:defRPr sz="1725" b="0">
                <a:solidFill>
                  <a:srgbClr val="596176"/>
                </a:solidFill>
                <a:latin typeface="Arial"/>
                <a:ea typeface="Arial"/>
                <a:cs typeface="Arial"/>
              </a:defRPr>
            </a:lvl2pPr>
            <a:lvl3pPr>
              <a:defRPr sz="1725" b="0">
                <a:solidFill>
                  <a:srgbClr val="596176"/>
                </a:solidFill>
                <a:latin typeface="Arial"/>
                <a:ea typeface="Arial"/>
                <a:cs typeface="Arial"/>
              </a:defRPr>
            </a:lvl3pPr>
            <a:lvl4pPr>
              <a:defRPr sz="1725" b="0">
                <a:solidFill>
                  <a:srgbClr val="596176"/>
                </a:solidFill>
                <a:latin typeface="Arial"/>
                <a:ea typeface="Arial"/>
                <a:cs typeface="Arial"/>
              </a:defRPr>
            </a:lvl4pPr>
            <a:lvl5pPr>
              <a:defRPr sz="1725" b="0">
                <a:solidFill>
                  <a:srgbClr val="596176"/>
                </a:solidFill>
                <a:latin typeface="Arial"/>
                <a:ea typeface="Arial"/>
                <a:cs typeface="Arial"/>
              </a:defRPr>
            </a:lvl5pPr>
            <a:lvl6pPr>
              <a:defRPr sz="1725" b="0">
                <a:solidFill>
                  <a:srgbClr val="596176"/>
                </a:solidFill>
                <a:latin typeface="Arial"/>
                <a:ea typeface="Arial"/>
                <a:cs typeface="Arial"/>
              </a:defRPr>
            </a:lvl6pPr>
            <a:lvl7pPr>
              <a:defRPr sz="1725" b="0">
                <a:solidFill>
                  <a:srgbClr val="596176"/>
                </a:solidFill>
                <a:latin typeface="Arial"/>
                <a:ea typeface="Arial"/>
                <a:cs typeface="Arial"/>
              </a:defRPr>
            </a:lvl7pPr>
            <a:lvl8pPr>
              <a:defRPr sz="1725" b="0">
                <a:solidFill>
                  <a:srgbClr val="596176"/>
                </a:solidFill>
                <a:latin typeface="Arial"/>
                <a:ea typeface="Arial"/>
                <a:cs typeface="Arial"/>
              </a:defRPr>
            </a:lvl8pPr>
            <a:lvl9pPr>
              <a:defRPr sz="1725" b="0">
                <a:solidFill>
                  <a:srgbClr val="596176"/>
                </a:solidFill>
                <a:latin typeface="Arial"/>
                <a:ea typeface="Arial"/>
                <a:cs typeface="Arial"/>
              </a:defRPr>
            </a:lvl9pPr>
          </a:lstStyle>
          <a:p xmlns:a="http://schemas.openxmlformats.org/drawingml/2006/main">
            <a:pPr>
              <a:defRPr sz="1725" b="0">
                <a:solidFill>
                  <a:srgbClr val="596176"/>
                </a:solidFill>
                <a:latin typeface="Arial"/>
                <a:ea typeface="Arial"/>
                <a:cs typeface="Arial"/>
              </a:defRPr>
            </a:pPr>
            <a:r>
              <a:rPr sz="1725" b="0">
                <a:solidFill>
                  <a:srgbClr val="596176"/>
                </a:solidFill>
                <a:latin typeface="Arial"/>
                <a:ea typeface="Arial"/>
                <a:cs typeface="Arial"/>
              </a:rPr>
              <a:t>Measure whether the journey moves subscribers toward the next useful action.</a:t>
            </a:r>
          </a:p>
        </p:txBody>
      </p:sp>
      <p:sp>
        <p:nvSpPr>
          <p:cNvPr id="5" name="title-divider">
            <a:extLst xmlns:a="http://schemas.openxmlformats.org/drawingml/2006/main">
              <a:ext uri="{FF2B5EF4-FFF2-40B4-BE49-F238E27FC236}">
                <a16:creationId xmlns:a16="http://schemas.microsoft.com/office/drawing/2014/main" id="{5BB99730-070A-4926-A9F8-9D5F38670224}"/>
              </a:ext>
            </a:extLst>
          </p:cNvPr>
          <p:cNvSpPr>
            <a:spLocks xmlns:a="http://schemas.openxmlformats.org/drawingml/2006/main" noGrp="1"/>
          </p:cNvSpPr>
          <p:nvPr/>
        </p:nvSpPr>
        <p:spPr>
          <a:xfrm xmlns:a="http://schemas.openxmlformats.org/drawingml/2006/main">
            <a:off x="685800" y="2038350"/>
            <a:ext cx="10810875" cy="0"/>
          </a:xfrm>
          <a:prstGeom xmlns:a="http://schemas.openxmlformats.org/drawingml/2006/main" prst="line">
            <a:avLst/>
          </a:prstGeom>
          <a:noFill xmlns:a="http://schemas.openxmlformats.org/drawingml/2006/main"/>
          <a:ln xmlns:a="http://schemas.openxmlformats.org/drawingml/2006/main" w="19050">
            <a:solidFill>
              <a:srgbClr val="D9DCE7"/>
            </a:solidFill>
            <a:prstDash val="solid"/>
          </a:ln>
        </p:spPr>
      </p:sp>
      <p:sp>
        <p:nvSpPr>
          <p:cNvPr id="6" name="yes-label">
            <a:extLst xmlns:a="http://schemas.openxmlformats.org/drawingml/2006/main">
              <a:ext uri="{FF2B5EF4-FFF2-40B4-BE49-F238E27FC236}">
                <a16:creationId xmlns:a16="http://schemas.microsoft.com/office/drawing/2014/main" id="{45D6E031-2E35-4C07-99FE-1C76FEA56FE8}"/>
              </a:ext>
            </a:extLst>
          </p:cNvPr>
          <p:cNvSpPr>
            <a:spLocks xmlns:a="http://schemas.openxmlformats.org/drawingml/2006/main" noGrp="1"/>
          </p:cNvSpPr>
          <p:nvPr/>
        </p:nvSpPr>
        <p:spPr>
          <a:xfrm xmlns:a="http://schemas.openxmlformats.org/drawingml/2006/main">
            <a:off x="781050" y="2457450"/>
            <a:ext cx="419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defRPr sz="1350" b="1">
                <a:solidFill>
                  <a:srgbClr val="188F75"/>
                </a:solidFill>
                <a:latin typeface="Arial"/>
                <a:ea typeface="Arial"/>
                <a:cs typeface="Arial"/>
              </a:defRPr>
            </a:defPPr>
            <a:lvl1pPr>
              <a:defRPr sz="1350" b="1">
                <a:solidFill>
                  <a:srgbClr val="188F75"/>
                </a:solidFill>
                <a:latin typeface="Arial"/>
                <a:ea typeface="Arial"/>
                <a:cs typeface="Arial"/>
              </a:defRPr>
            </a:lvl1pPr>
            <a:lvl2pPr>
              <a:defRPr sz="1350" b="1">
                <a:solidFill>
                  <a:srgbClr val="188F75"/>
                </a:solidFill>
                <a:latin typeface="Arial"/>
                <a:ea typeface="Arial"/>
                <a:cs typeface="Arial"/>
              </a:defRPr>
            </a:lvl2pPr>
            <a:lvl3pPr>
              <a:defRPr sz="1350" b="1">
                <a:solidFill>
                  <a:srgbClr val="188F75"/>
                </a:solidFill>
                <a:latin typeface="Arial"/>
                <a:ea typeface="Arial"/>
                <a:cs typeface="Arial"/>
              </a:defRPr>
            </a:lvl3pPr>
            <a:lvl4pPr>
              <a:defRPr sz="1350" b="1">
                <a:solidFill>
                  <a:srgbClr val="188F75"/>
                </a:solidFill>
                <a:latin typeface="Arial"/>
                <a:ea typeface="Arial"/>
                <a:cs typeface="Arial"/>
              </a:defRPr>
            </a:lvl4pPr>
            <a:lvl5pPr>
              <a:defRPr sz="1350" b="1">
                <a:solidFill>
                  <a:srgbClr val="188F75"/>
                </a:solidFill>
                <a:latin typeface="Arial"/>
                <a:ea typeface="Arial"/>
                <a:cs typeface="Arial"/>
              </a:defRPr>
            </a:lvl5pPr>
            <a:lvl6pPr>
              <a:defRPr sz="1350" b="1">
                <a:solidFill>
                  <a:srgbClr val="188F75"/>
                </a:solidFill>
                <a:latin typeface="Arial"/>
                <a:ea typeface="Arial"/>
                <a:cs typeface="Arial"/>
              </a:defRPr>
            </a:lvl6pPr>
            <a:lvl7pPr>
              <a:defRPr sz="1350" b="1">
                <a:solidFill>
                  <a:srgbClr val="188F75"/>
                </a:solidFill>
                <a:latin typeface="Arial"/>
                <a:ea typeface="Arial"/>
                <a:cs typeface="Arial"/>
              </a:defRPr>
            </a:lvl7pPr>
            <a:lvl8pPr>
              <a:defRPr sz="1350" b="1">
                <a:solidFill>
                  <a:srgbClr val="188F75"/>
                </a:solidFill>
                <a:latin typeface="Arial"/>
                <a:ea typeface="Arial"/>
                <a:cs typeface="Arial"/>
              </a:defRPr>
            </a:lvl8pPr>
            <a:lvl9pPr>
              <a:defRPr sz="1350" b="1">
                <a:solidFill>
                  <a:srgbClr val="188F75"/>
                </a:solidFill>
                <a:latin typeface="Arial"/>
                <a:ea typeface="Arial"/>
                <a:cs typeface="Arial"/>
              </a:defRPr>
            </a:lvl9pPr>
          </a:lstStyle>
          <a:p xmlns:a="http://schemas.openxmlformats.org/drawingml/2006/main">
            <a:pPr>
              <a:defRPr sz="1350" b="1">
                <a:solidFill>
                  <a:srgbClr val="188F75"/>
                </a:solidFill>
                <a:latin typeface="Arial"/>
                <a:ea typeface="Arial"/>
                <a:cs typeface="Arial"/>
              </a:defRPr>
            </a:pPr>
            <a:r>
              <a:rPr sz="1350" b="1">
                <a:solidFill>
                  <a:srgbClr val="188F75"/>
                </a:solidFill>
                <a:latin typeface="Arial"/>
                <a:ea typeface="Arial"/>
                <a:cs typeface="Arial"/>
              </a:rPr>
              <a:t>IF THEY CLICK</a:t>
            </a:r>
          </a:p>
        </p:txBody>
      </p:sp>
      <p:sp>
        <p:nvSpPr>
          <p:cNvPr id="7" name="yes-title">
            <a:extLst xmlns:a="http://schemas.openxmlformats.org/drawingml/2006/main">
              <a:ext uri="{FF2B5EF4-FFF2-40B4-BE49-F238E27FC236}">
                <a16:creationId xmlns:a16="http://schemas.microsoft.com/office/drawing/2014/main" id="{BE8A0B6F-3A41-4828-B4A2-DC1FA4D49724}"/>
              </a:ext>
            </a:extLst>
          </p:cNvPr>
          <p:cNvSpPr>
            <a:spLocks xmlns:a="http://schemas.openxmlformats.org/drawingml/2006/main" noGrp="1"/>
          </p:cNvSpPr>
          <p:nvPr/>
        </p:nvSpPr>
        <p:spPr>
          <a:xfrm xmlns:a="http://schemas.openxmlformats.org/drawingml/2006/main">
            <a:off x="781050" y="2857500"/>
            <a:ext cx="4381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defRPr sz="2550" b="1">
                <a:solidFill>
                  <a:srgbClr val="10152B"/>
                </a:solidFill>
                <a:latin typeface="Arial"/>
                <a:ea typeface="Arial"/>
                <a:cs typeface="Arial"/>
              </a:defRPr>
            </a:defPPr>
            <a:lvl1pPr>
              <a:defRPr sz="2550" b="1">
                <a:solidFill>
                  <a:srgbClr val="10152B"/>
                </a:solidFill>
                <a:latin typeface="Arial"/>
                <a:ea typeface="Arial"/>
                <a:cs typeface="Arial"/>
              </a:defRPr>
            </a:lvl1pPr>
            <a:lvl2pPr>
              <a:defRPr sz="2550" b="1">
                <a:solidFill>
                  <a:srgbClr val="10152B"/>
                </a:solidFill>
                <a:latin typeface="Arial"/>
                <a:ea typeface="Arial"/>
                <a:cs typeface="Arial"/>
              </a:defRPr>
            </a:lvl2pPr>
            <a:lvl3pPr>
              <a:defRPr sz="2550" b="1">
                <a:solidFill>
                  <a:srgbClr val="10152B"/>
                </a:solidFill>
                <a:latin typeface="Arial"/>
                <a:ea typeface="Arial"/>
                <a:cs typeface="Arial"/>
              </a:defRPr>
            </a:lvl3pPr>
            <a:lvl4pPr>
              <a:defRPr sz="2550" b="1">
                <a:solidFill>
                  <a:srgbClr val="10152B"/>
                </a:solidFill>
                <a:latin typeface="Arial"/>
                <a:ea typeface="Arial"/>
                <a:cs typeface="Arial"/>
              </a:defRPr>
            </a:lvl4pPr>
            <a:lvl5pPr>
              <a:defRPr sz="2550" b="1">
                <a:solidFill>
                  <a:srgbClr val="10152B"/>
                </a:solidFill>
                <a:latin typeface="Arial"/>
                <a:ea typeface="Arial"/>
                <a:cs typeface="Arial"/>
              </a:defRPr>
            </a:lvl5pPr>
            <a:lvl6pPr>
              <a:defRPr sz="2550" b="1">
                <a:solidFill>
                  <a:srgbClr val="10152B"/>
                </a:solidFill>
                <a:latin typeface="Arial"/>
                <a:ea typeface="Arial"/>
                <a:cs typeface="Arial"/>
              </a:defRPr>
            </a:lvl6pPr>
            <a:lvl7pPr>
              <a:defRPr sz="2550" b="1">
                <a:solidFill>
                  <a:srgbClr val="10152B"/>
                </a:solidFill>
                <a:latin typeface="Arial"/>
                <a:ea typeface="Arial"/>
                <a:cs typeface="Arial"/>
              </a:defRPr>
            </a:lvl7pPr>
            <a:lvl8pPr>
              <a:defRPr sz="2550" b="1">
                <a:solidFill>
                  <a:srgbClr val="10152B"/>
                </a:solidFill>
                <a:latin typeface="Arial"/>
                <a:ea typeface="Arial"/>
                <a:cs typeface="Arial"/>
              </a:defRPr>
            </a:lvl8pPr>
            <a:lvl9pPr>
              <a:defRPr sz="2550" b="1">
                <a:solidFill>
                  <a:srgbClr val="10152B"/>
                </a:solidFill>
                <a:latin typeface="Arial"/>
                <a:ea typeface="Arial"/>
                <a:cs typeface="Arial"/>
              </a:defRPr>
            </a:lvl9pPr>
          </a:lstStyle>
          <a:p xmlns:a="http://schemas.openxmlformats.org/drawingml/2006/main">
            <a:pPr>
              <a:defRPr sz="2550" b="1">
                <a:solidFill>
                  <a:srgbClr val="10152B"/>
                </a:solidFill>
                <a:latin typeface="Arial"/>
                <a:ea typeface="Arial"/>
                <a:cs typeface="Arial"/>
              </a:defRPr>
            </a:pPr>
            <a:r>
              <a:rPr sz="2550" b="1">
                <a:solidFill>
                  <a:srgbClr val="10152B"/>
                </a:solidFill>
                <a:latin typeface="Arial"/>
                <a:ea typeface="Arial"/>
                <a:cs typeface="Arial"/>
              </a:rPr>
              <a:t>“Your next step”</a:t>
            </a:r>
          </a:p>
        </p:txBody>
      </p:sp>
      <p:sp>
        <p:nvSpPr>
          <p:cNvPr id="8" name="yes-copy">
            <a:extLst xmlns:a="http://schemas.openxmlformats.org/drawingml/2006/main">
              <a:ext uri="{FF2B5EF4-FFF2-40B4-BE49-F238E27FC236}">
                <a16:creationId xmlns:a16="http://schemas.microsoft.com/office/drawing/2014/main" id="{2B2029C0-E2E5-4D65-9903-0B5A3753FDDC}"/>
              </a:ext>
            </a:extLst>
          </p:cNvPr>
          <p:cNvSpPr>
            <a:spLocks xmlns:a="http://schemas.openxmlformats.org/drawingml/2006/main" noGrp="1"/>
          </p:cNvSpPr>
          <p:nvPr/>
        </p:nvSpPr>
        <p:spPr>
          <a:xfrm xmlns:a="http://schemas.openxmlformats.org/drawingml/2006/main">
            <a:off x="781050" y="3486150"/>
            <a:ext cx="4762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defRPr sz="1725" b="0">
                <a:solidFill>
                  <a:srgbClr val="596176"/>
                </a:solidFill>
                <a:latin typeface="Arial"/>
                <a:ea typeface="Arial"/>
                <a:cs typeface="Arial"/>
              </a:defRPr>
            </a:defPPr>
            <a:lvl1pPr>
              <a:defRPr sz="1725" b="0">
                <a:solidFill>
                  <a:srgbClr val="596176"/>
                </a:solidFill>
                <a:latin typeface="Arial"/>
                <a:ea typeface="Arial"/>
                <a:cs typeface="Arial"/>
              </a:defRPr>
            </a:lvl1pPr>
            <a:lvl2pPr>
              <a:defRPr sz="1725" b="0">
                <a:solidFill>
                  <a:srgbClr val="596176"/>
                </a:solidFill>
                <a:latin typeface="Arial"/>
                <a:ea typeface="Arial"/>
                <a:cs typeface="Arial"/>
              </a:defRPr>
            </a:lvl2pPr>
            <a:lvl3pPr>
              <a:defRPr sz="1725" b="0">
                <a:solidFill>
                  <a:srgbClr val="596176"/>
                </a:solidFill>
                <a:latin typeface="Arial"/>
                <a:ea typeface="Arial"/>
                <a:cs typeface="Arial"/>
              </a:defRPr>
            </a:lvl3pPr>
            <a:lvl4pPr>
              <a:defRPr sz="1725" b="0">
                <a:solidFill>
                  <a:srgbClr val="596176"/>
                </a:solidFill>
                <a:latin typeface="Arial"/>
                <a:ea typeface="Arial"/>
                <a:cs typeface="Arial"/>
              </a:defRPr>
            </a:lvl4pPr>
            <a:lvl5pPr>
              <a:defRPr sz="1725" b="0">
                <a:solidFill>
                  <a:srgbClr val="596176"/>
                </a:solidFill>
                <a:latin typeface="Arial"/>
                <a:ea typeface="Arial"/>
                <a:cs typeface="Arial"/>
              </a:defRPr>
            </a:lvl5pPr>
            <a:lvl6pPr>
              <a:defRPr sz="1725" b="0">
                <a:solidFill>
                  <a:srgbClr val="596176"/>
                </a:solidFill>
                <a:latin typeface="Arial"/>
                <a:ea typeface="Arial"/>
                <a:cs typeface="Arial"/>
              </a:defRPr>
            </a:lvl6pPr>
            <a:lvl7pPr>
              <a:defRPr sz="1725" b="0">
                <a:solidFill>
                  <a:srgbClr val="596176"/>
                </a:solidFill>
                <a:latin typeface="Arial"/>
                <a:ea typeface="Arial"/>
                <a:cs typeface="Arial"/>
              </a:defRPr>
            </a:lvl7pPr>
            <a:lvl8pPr>
              <a:defRPr sz="1725" b="0">
                <a:solidFill>
                  <a:srgbClr val="596176"/>
                </a:solidFill>
                <a:latin typeface="Arial"/>
                <a:ea typeface="Arial"/>
                <a:cs typeface="Arial"/>
              </a:defRPr>
            </a:lvl8pPr>
            <a:lvl9pPr>
              <a:defRPr sz="1725" b="0">
                <a:solidFill>
                  <a:srgbClr val="596176"/>
                </a:solidFill>
                <a:latin typeface="Arial"/>
                <a:ea typeface="Arial"/>
                <a:cs typeface="Arial"/>
              </a:defRPr>
            </a:lvl9pPr>
          </a:lstStyle>
          <a:p xmlns:a="http://schemas.openxmlformats.org/drawingml/2006/main">
            <a:pPr>
              <a:defRPr sz="1725" b="0">
                <a:solidFill>
                  <a:srgbClr val="596176"/>
                </a:solidFill>
                <a:latin typeface="Arial"/>
                <a:ea typeface="Arial"/>
                <a:cs typeface="Arial"/>
              </a:defRPr>
            </a:pPr>
            <a:r>
              <a:rPr sz="1725" b="0">
                <a:solidFill>
                  <a:srgbClr val="596176"/>
                </a:solidFill>
                <a:latin typeface="Arial"/>
                <a:ea typeface="Arial"/>
                <a:cs typeface="Arial"/>
              </a:rPr>
              <a:t>Match the message to the interest they chose.</a:t>
            </a:r>
          </a:p>
        </p:txBody>
      </p:sp>
      <p:sp>
        <p:nvSpPr>
          <p:cNvPr id="9" name="branch-divider">
            <a:extLst xmlns:a="http://schemas.openxmlformats.org/drawingml/2006/main">
              <a:ext uri="{FF2B5EF4-FFF2-40B4-BE49-F238E27FC236}">
                <a16:creationId xmlns:a16="http://schemas.microsoft.com/office/drawing/2014/main" id="{E21C3F45-3827-4D19-8678-F2C1E6DF0351}"/>
              </a:ext>
            </a:extLst>
          </p:cNvPr>
          <p:cNvSpPr>
            <a:spLocks xmlns:a="http://schemas.openxmlformats.org/drawingml/2006/main" noGrp="1"/>
          </p:cNvSpPr>
          <p:nvPr/>
        </p:nvSpPr>
        <p:spPr>
          <a:xfrm xmlns:a="http://schemas.openxmlformats.org/drawingml/2006/main">
            <a:off x="6000750" y="2428875"/>
            <a:ext cx="0" cy="0"/>
          </a:xfrm>
          <a:prstGeom xmlns:a="http://schemas.openxmlformats.org/drawingml/2006/main" prst="line">
            <a:avLst/>
          </a:prstGeom>
          <a:noFill xmlns:a="http://schemas.openxmlformats.org/drawingml/2006/main"/>
          <a:ln xmlns:a="http://schemas.openxmlformats.org/drawingml/2006/main" w="19050">
            <a:solidFill>
              <a:srgbClr val="D9DCE7"/>
            </a:solidFill>
            <a:prstDash val="solid"/>
          </a:ln>
        </p:spPr>
      </p:sp>
      <p:sp>
        <p:nvSpPr>
          <p:cNvPr id="10" name="vertical-rule">
            <a:extLst xmlns:a="http://schemas.openxmlformats.org/drawingml/2006/main">
              <a:ext uri="{FF2B5EF4-FFF2-40B4-BE49-F238E27FC236}">
                <a16:creationId xmlns:a16="http://schemas.microsoft.com/office/drawing/2014/main" id="{0195199D-88D7-4D47-84E1-30EA94125532}"/>
              </a:ext>
            </a:extLst>
          </p:cNvPr>
          <p:cNvSpPr>
            <a:spLocks xmlns:a="http://schemas.openxmlformats.org/drawingml/2006/main" noGrp="1"/>
          </p:cNvSpPr>
          <p:nvPr/>
        </p:nvSpPr>
        <p:spPr>
          <a:xfrm xmlns:a="http://schemas.openxmlformats.org/drawingml/2006/main">
            <a:off x="6000750" y="2381250"/>
            <a:ext cx="19050" cy="1666875"/>
          </a:xfrm>
          <a:prstGeom xmlns:a="http://schemas.openxmlformats.org/drawingml/2006/main" prst="rect">
            <a:avLst/>
          </a:prstGeom>
          <a:solidFill xmlns:a="http://schemas.openxmlformats.org/drawingml/2006/main">
            <a:srgbClr val="D9DCE7"/>
          </a:solidFill>
          <a:ln xmlns:a="http://schemas.openxmlformats.org/drawingml/2006/main" w="0">
            <a:noFill/>
            <a:prstDash val="solid"/>
          </a:ln>
        </p:spPr>
      </p:sp>
      <p:sp>
        <p:nvSpPr>
          <p:cNvPr id="11" name="no-label">
            <a:extLst xmlns:a="http://schemas.openxmlformats.org/drawingml/2006/main">
              <a:ext uri="{FF2B5EF4-FFF2-40B4-BE49-F238E27FC236}">
                <a16:creationId xmlns:a16="http://schemas.microsoft.com/office/drawing/2014/main" id="{F7681F36-FBE8-4D1D-96CB-F755DEC29DDA}"/>
              </a:ext>
            </a:extLst>
          </p:cNvPr>
          <p:cNvSpPr>
            <a:spLocks xmlns:a="http://schemas.openxmlformats.org/drawingml/2006/main" noGrp="1"/>
          </p:cNvSpPr>
          <p:nvPr/>
        </p:nvSpPr>
        <p:spPr>
          <a:xfrm xmlns:a="http://schemas.openxmlformats.org/drawingml/2006/main">
            <a:off x="6572250" y="2457450"/>
            <a:ext cx="4572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defRPr sz="1350" b="1">
                <a:solidFill>
                  <a:srgbClr val="D59B20"/>
                </a:solidFill>
                <a:latin typeface="Arial"/>
                <a:ea typeface="Arial"/>
                <a:cs typeface="Arial"/>
              </a:defRPr>
            </a:defPPr>
            <a:lvl1pPr>
              <a:defRPr sz="1350" b="1">
                <a:solidFill>
                  <a:srgbClr val="D59B20"/>
                </a:solidFill>
                <a:latin typeface="Arial"/>
                <a:ea typeface="Arial"/>
                <a:cs typeface="Arial"/>
              </a:defRPr>
            </a:lvl1pPr>
            <a:lvl2pPr>
              <a:defRPr sz="1350" b="1">
                <a:solidFill>
                  <a:srgbClr val="D59B20"/>
                </a:solidFill>
                <a:latin typeface="Arial"/>
                <a:ea typeface="Arial"/>
                <a:cs typeface="Arial"/>
              </a:defRPr>
            </a:lvl2pPr>
            <a:lvl3pPr>
              <a:defRPr sz="1350" b="1">
                <a:solidFill>
                  <a:srgbClr val="D59B20"/>
                </a:solidFill>
                <a:latin typeface="Arial"/>
                <a:ea typeface="Arial"/>
                <a:cs typeface="Arial"/>
              </a:defRPr>
            </a:lvl3pPr>
            <a:lvl4pPr>
              <a:defRPr sz="1350" b="1">
                <a:solidFill>
                  <a:srgbClr val="D59B20"/>
                </a:solidFill>
                <a:latin typeface="Arial"/>
                <a:ea typeface="Arial"/>
                <a:cs typeface="Arial"/>
              </a:defRPr>
            </a:lvl4pPr>
            <a:lvl5pPr>
              <a:defRPr sz="1350" b="1">
                <a:solidFill>
                  <a:srgbClr val="D59B20"/>
                </a:solidFill>
                <a:latin typeface="Arial"/>
                <a:ea typeface="Arial"/>
                <a:cs typeface="Arial"/>
              </a:defRPr>
            </a:lvl5pPr>
            <a:lvl6pPr>
              <a:defRPr sz="1350" b="1">
                <a:solidFill>
                  <a:srgbClr val="D59B20"/>
                </a:solidFill>
                <a:latin typeface="Arial"/>
                <a:ea typeface="Arial"/>
                <a:cs typeface="Arial"/>
              </a:defRPr>
            </a:lvl6pPr>
            <a:lvl7pPr>
              <a:defRPr sz="1350" b="1">
                <a:solidFill>
                  <a:srgbClr val="D59B20"/>
                </a:solidFill>
                <a:latin typeface="Arial"/>
                <a:ea typeface="Arial"/>
                <a:cs typeface="Arial"/>
              </a:defRPr>
            </a:lvl7pPr>
            <a:lvl8pPr>
              <a:defRPr sz="1350" b="1">
                <a:solidFill>
                  <a:srgbClr val="D59B20"/>
                </a:solidFill>
                <a:latin typeface="Arial"/>
                <a:ea typeface="Arial"/>
                <a:cs typeface="Arial"/>
              </a:defRPr>
            </a:lvl8pPr>
            <a:lvl9pPr>
              <a:defRPr sz="1350" b="1">
                <a:solidFill>
                  <a:srgbClr val="D59B20"/>
                </a:solidFill>
                <a:latin typeface="Arial"/>
                <a:ea typeface="Arial"/>
                <a:cs typeface="Arial"/>
              </a:defRPr>
            </a:lvl9pPr>
          </a:lstStyle>
          <a:p xmlns:a="http://schemas.openxmlformats.org/drawingml/2006/main">
            <a:pPr>
              <a:defRPr sz="1350" b="1">
                <a:solidFill>
                  <a:srgbClr val="D59B20"/>
                </a:solidFill>
                <a:latin typeface="Arial"/>
                <a:ea typeface="Arial"/>
                <a:cs typeface="Arial"/>
              </a:defRPr>
            </a:pPr>
            <a:r>
              <a:rPr sz="1350" b="1">
                <a:solidFill>
                  <a:srgbClr val="D59B20"/>
                </a:solidFill>
                <a:latin typeface="Arial"/>
                <a:ea typeface="Arial"/>
                <a:cs typeface="Arial"/>
              </a:rPr>
              <a:t>IF THEY DO NOT CLICK</a:t>
            </a:r>
          </a:p>
        </p:txBody>
      </p:sp>
      <p:sp>
        <p:nvSpPr>
          <p:cNvPr id="12" name="no-title">
            <a:extLst xmlns:a="http://schemas.openxmlformats.org/drawingml/2006/main">
              <a:ext uri="{FF2B5EF4-FFF2-40B4-BE49-F238E27FC236}">
                <a16:creationId xmlns:a16="http://schemas.microsoft.com/office/drawing/2014/main" id="{893C016A-3A4C-4066-ABE2-F623A362285B}"/>
              </a:ext>
            </a:extLst>
          </p:cNvPr>
          <p:cNvSpPr>
            <a:spLocks xmlns:a="http://schemas.openxmlformats.org/drawingml/2006/main" noGrp="1"/>
          </p:cNvSpPr>
          <p:nvPr/>
        </p:nvSpPr>
        <p:spPr>
          <a:xfrm xmlns:a="http://schemas.openxmlformats.org/drawingml/2006/main">
            <a:off x="6572250" y="2857500"/>
            <a:ext cx="4762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defRPr sz="2325" b="1">
                <a:solidFill>
                  <a:srgbClr val="10152B"/>
                </a:solidFill>
                <a:latin typeface="Arial"/>
                <a:ea typeface="Arial"/>
                <a:cs typeface="Arial"/>
              </a:defRPr>
            </a:defPPr>
            <a:lvl1pPr>
              <a:defRPr sz="2325" b="1">
                <a:solidFill>
                  <a:srgbClr val="10152B"/>
                </a:solidFill>
                <a:latin typeface="Arial"/>
                <a:ea typeface="Arial"/>
                <a:cs typeface="Arial"/>
              </a:defRPr>
            </a:lvl1pPr>
            <a:lvl2pPr>
              <a:defRPr sz="2325" b="1">
                <a:solidFill>
                  <a:srgbClr val="10152B"/>
                </a:solidFill>
                <a:latin typeface="Arial"/>
                <a:ea typeface="Arial"/>
                <a:cs typeface="Arial"/>
              </a:defRPr>
            </a:lvl2pPr>
            <a:lvl3pPr>
              <a:defRPr sz="2325" b="1">
                <a:solidFill>
                  <a:srgbClr val="10152B"/>
                </a:solidFill>
                <a:latin typeface="Arial"/>
                <a:ea typeface="Arial"/>
                <a:cs typeface="Arial"/>
              </a:defRPr>
            </a:lvl3pPr>
            <a:lvl4pPr>
              <a:defRPr sz="2325" b="1">
                <a:solidFill>
                  <a:srgbClr val="10152B"/>
                </a:solidFill>
                <a:latin typeface="Arial"/>
                <a:ea typeface="Arial"/>
                <a:cs typeface="Arial"/>
              </a:defRPr>
            </a:lvl4pPr>
            <a:lvl5pPr>
              <a:defRPr sz="2325" b="1">
                <a:solidFill>
                  <a:srgbClr val="10152B"/>
                </a:solidFill>
                <a:latin typeface="Arial"/>
                <a:ea typeface="Arial"/>
                <a:cs typeface="Arial"/>
              </a:defRPr>
            </a:lvl5pPr>
            <a:lvl6pPr>
              <a:defRPr sz="2325" b="1">
                <a:solidFill>
                  <a:srgbClr val="10152B"/>
                </a:solidFill>
                <a:latin typeface="Arial"/>
                <a:ea typeface="Arial"/>
                <a:cs typeface="Arial"/>
              </a:defRPr>
            </a:lvl6pPr>
            <a:lvl7pPr>
              <a:defRPr sz="2325" b="1">
                <a:solidFill>
                  <a:srgbClr val="10152B"/>
                </a:solidFill>
                <a:latin typeface="Arial"/>
                <a:ea typeface="Arial"/>
                <a:cs typeface="Arial"/>
              </a:defRPr>
            </a:lvl7pPr>
            <a:lvl8pPr>
              <a:defRPr sz="2325" b="1">
                <a:solidFill>
                  <a:srgbClr val="10152B"/>
                </a:solidFill>
                <a:latin typeface="Arial"/>
                <a:ea typeface="Arial"/>
                <a:cs typeface="Arial"/>
              </a:defRPr>
            </a:lvl8pPr>
            <a:lvl9pPr>
              <a:defRPr sz="2325" b="1">
                <a:solidFill>
                  <a:srgbClr val="10152B"/>
                </a:solidFill>
                <a:latin typeface="Arial"/>
                <a:ea typeface="Arial"/>
                <a:cs typeface="Arial"/>
              </a:defRPr>
            </a:lvl9pPr>
          </a:lstStyle>
          <a:p xmlns:a="http://schemas.openxmlformats.org/drawingml/2006/main">
            <a:pPr>
              <a:defRPr sz="2325" b="1">
                <a:solidFill>
                  <a:srgbClr val="10152B"/>
                </a:solidFill>
                <a:latin typeface="Arial"/>
                <a:ea typeface="Arial"/>
                <a:cs typeface="Arial"/>
              </a:defRPr>
            </a:pPr>
            <a:r>
              <a:rPr sz="2325" b="1">
                <a:solidFill>
                  <a:srgbClr val="10152B"/>
                </a:solidFill>
                <a:latin typeface="Arial"/>
                <a:ea typeface="Arial"/>
                <a:cs typeface="Arial"/>
              </a:rPr>
              <a:t>“Here’s what you missed”</a:t>
            </a:r>
          </a:p>
        </p:txBody>
      </p:sp>
      <p:sp>
        <p:nvSpPr>
          <p:cNvPr id="13" name="no-copy">
            <a:extLst xmlns:a="http://schemas.openxmlformats.org/drawingml/2006/main">
              <a:ext uri="{FF2B5EF4-FFF2-40B4-BE49-F238E27FC236}">
                <a16:creationId xmlns:a16="http://schemas.microsoft.com/office/drawing/2014/main" id="{DA3A54F6-FBEE-40BD-9F09-10DB3EEA2B0C}"/>
              </a:ext>
            </a:extLst>
          </p:cNvPr>
          <p:cNvSpPr>
            <a:spLocks xmlns:a="http://schemas.openxmlformats.org/drawingml/2006/main" noGrp="1"/>
          </p:cNvSpPr>
          <p:nvPr/>
        </p:nvSpPr>
        <p:spPr>
          <a:xfrm xmlns:a="http://schemas.openxmlformats.org/drawingml/2006/main">
            <a:off x="6572250" y="3486150"/>
            <a:ext cx="4762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defRPr sz="1725" b="0">
                <a:solidFill>
                  <a:srgbClr val="596176"/>
                </a:solidFill>
                <a:latin typeface="Arial"/>
                <a:ea typeface="Arial"/>
                <a:cs typeface="Arial"/>
              </a:defRPr>
            </a:defPPr>
            <a:lvl1pPr>
              <a:defRPr sz="1725" b="0">
                <a:solidFill>
                  <a:srgbClr val="596176"/>
                </a:solidFill>
                <a:latin typeface="Arial"/>
                <a:ea typeface="Arial"/>
                <a:cs typeface="Arial"/>
              </a:defRPr>
            </a:lvl1pPr>
            <a:lvl2pPr>
              <a:defRPr sz="1725" b="0">
                <a:solidFill>
                  <a:srgbClr val="596176"/>
                </a:solidFill>
                <a:latin typeface="Arial"/>
                <a:ea typeface="Arial"/>
                <a:cs typeface="Arial"/>
              </a:defRPr>
            </a:lvl2pPr>
            <a:lvl3pPr>
              <a:defRPr sz="1725" b="0">
                <a:solidFill>
                  <a:srgbClr val="596176"/>
                </a:solidFill>
                <a:latin typeface="Arial"/>
                <a:ea typeface="Arial"/>
                <a:cs typeface="Arial"/>
              </a:defRPr>
            </a:lvl3pPr>
            <a:lvl4pPr>
              <a:defRPr sz="1725" b="0">
                <a:solidFill>
                  <a:srgbClr val="596176"/>
                </a:solidFill>
                <a:latin typeface="Arial"/>
                <a:ea typeface="Arial"/>
                <a:cs typeface="Arial"/>
              </a:defRPr>
            </a:lvl4pPr>
            <a:lvl5pPr>
              <a:defRPr sz="1725" b="0">
                <a:solidFill>
                  <a:srgbClr val="596176"/>
                </a:solidFill>
                <a:latin typeface="Arial"/>
                <a:ea typeface="Arial"/>
                <a:cs typeface="Arial"/>
              </a:defRPr>
            </a:lvl5pPr>
            <a:lvl6pPr>
              <a:defRPr sz="1725" b="0">
                <a:solidFill>
                  <a:srgbClr val="596176"/>
                </a:solidFill>
                <a:latin typeface="Arial"/>
                <a:ea typeface="Arial"/>
                <a:cs typeface="Arial"/>
              </a:defRPr>
            </a:lvl6pPr>
            <a:lvl7pPr>
              <a:defRPr sz="1725" b="0">
                <a:solidFill>
                  <a:srgbClr val="596176"/>
                </a:solidFill>
                <a:latin typeface="Arial"/>
                <a:ea typeface="Arial"/>
                <a:cs typeface="Arial"/>
              </a:defRPr>
            </a:lvl7pPr>
            <a:lvl8pPr>
              <a:defRPr sz="1725" b="0">
                <a:solidFill>
                  <a:srgbClr val="596176"/>
                </a:solidFill>
                <a:latin typeface="Arial"/>
                <a:ea typeface="Arial"/>
                <a:cs typeface="Arial"/>
              </a:defRPr>
            </a:lvl8pPr>
            <a:lvl9pPr>
              <a:defRPr sz="1725" b="0">
                <a:solidFill>
                  <a:srgbClr val="596176"/>
                </a:solidFill>
                <a:latin typeface="Arial"/>
                <a:ea typeface="Arial"/>
                <a:cs typeface="Arial"/>
              </a:defRPr>
            </a:lvl9pPr>
          </a:lstStyle>
          <a:p xmlns:a="http://schemas.openxmlformats.org/drawingml/2006/main">
            <a:pPr>
              <a:defRPr sz="1725" b="0">
                <a:solidFill>
                  <a:srgbClr val="596176"/>
                </a:solidFill>
                <a:latin typeface="Arial"/>
                <a:ea typeface="Arial"/>
                <a:cs typeface="Arial"/>
              </a:defRPr>
            </a:pPr>
            <a:r>
              <a:rPr sz="1725" b="0">
                <a:solidFill>
                  <a:srgbClr val="596176"/>
                </a:solidFill>
                <a:latin typeface="Arial"/>
                <a:ea typeface="Arial"/>
                <a:cs typeface="Arial"/>
              </a:rPr>
              <a:t>Give a short reminder and an easy way back.</a:t>
            </a:r>
          </a:p>
        </p:txBody>
      </p:sp>
      <p:sp>
        <p:nvSpPr>
          <p:cNvPr id="14" name="goal-label">
            <a:extLst xmlns:a="http://schemas.openxmlformats.org/drawingml/2006/main">
              <a:ext uri="{FF2B5EF4-FFF2-40B4-BE49-F238E27FC236}">
                <a16:creationId xmlns:a16="http://schemas.microsoft.com/office/drawing/2014/main" id="{94058CD9-444E-402C-A4B3-15B9987FDB21}"/>
              </a:ext>
            </a:extLst>
          </p:cNvPr>
          <p:cNvSpPr>
            <a:spLocks xmlns:a="http://schemas.openxmlformats.org/drawingml/2006/main" noGrp="1"/>
          </p:cNvSpPr>
          <p:nvPr/>
        </p:nvSpPr>
        <p:spPr>
          <a:xfrm xmlns:a="http://schemas.openxmlformats.org/drawingml/2006/main">
            <a:off x="781050" y="4686300"/>
            <a:ext cx="295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defRPr sz="1275" b="1">
                <a:solidFill>
                  <a:srgbClr val="713BCC"/>
                </a:solidFill>
                <a:latin typeface="Arial"/>
                <a:ea typeface="Arial"/>
                <a:cs typeface="Arial"/>
              </a:defRPr>
            </a:defPPr>
            <a:lvl1pPr>
              <a:defRPr sz="1275" b="1">
                <a:solidFill>
                  <a:srgbClr val="713BCC"/>
                </a:solidFill>
                <a:latin typeface="Arial"/>
                <a:ea typeface="Arial"/>
                <a:cs typeface="Arial"/>
              </a:defRPr>
            </a:lvl1pPr>
            <a:lvl2pPr>
              <a:defRPr sz="1275" b="1">
                <a:solidFill>
                  <a:srgbClr val="713BCC"/>
                </a:solidFill>
                <a:latin typeface="Arial"/>
                <a:ea typeface="Arial"/>
                <a:cs typeface="Arial"/>
              </a:defRPr>
            </a:lvl2pPr>
            <a:lvl3pPr>
              <a:defRPr sz="1275" b="1">
                <a:solidFill>
                  <a:srgbClr val="713BCC"/>
                </a:solidFill>
                <a:latin typeface="Arial"/>
                <a:ea typeface="Arial"/>
                <a:cs typeface="Arial"/>
              </a:defRPr>
            </a:lvl3pPr>
            <a:lvl4pPr>
              <a:defRPr sz="1275" b="1">
                <a:solidFill>
                  <a:srgbClr val="713BCC"/>
                </a:solidFill>
                <a:latin typeface="Arial"/>
                <a:ea typeface="Arial"/>
                <a:cs typeface="Arial"/>
              </a:defRPr>
            </a:lvl4pPr>
            <a:lvl5pPr>
              <a:defRPr sz="1275" b="1">
                <a:solidFill>
                  <a:srgbClr val="713BCC"/>
                </a:solidFill>
                <a:latin typeface="Arial"/>
                <a:ea typeface="Arial"/>
                <a:cs typeface="Arial"/>
              </a:defRPr>
            </a:lvl5pPr>
            <a:lvl6pPr>
              <a:defRPr sz="1275" b="1">
                <a:solidFill>
                  <a:srgbClr val="713BCC"/>
                </a:solidFill>
                <a:latin typeface="Arial"/>
                <a:ea typeface="Arial"/>
                <a:cs typeface="Arial"/>
              </a:defRPr>
            </a:lvl6pPr>
            <a:lvl7pPr>
              <a:defRPr sz="1275" b="1">
                <a:solidFill>
                  <a:srgbClr val="713BCC"/>
                </a:solidFill>
                <a:latin typeface="Arial"/>
                <a:ea typeface="Arial"/>
                <a:cs typeface="Arial"/>
              </a:defRPr>
            </a:lvl7pPr>
            <a:lvl8pPr>
              <a:defRPr sz="1275" b="1">
                <a:solidFill>
                  <a:srgbClr val="713BCC"/>
                </a:solidFill>
                <a:latin typeface="Arial"/>
                <a:ea typeface="Arial"/>
                <a:cs typeface="Arial"/>
              </a:defRPr>
            </a:lvl8pPr>
            <a:lvl9pPr>
              <a:defRPr sz="1275" b="1">
                <a:solidFill>
                  <a:srgbClr val="713BCC"/>
                </a:solidFill>
                <a:latin typeface="Arial"/>
                <a:ea typeface="Arial"/>
                <a:cs typeface="Arial"/>
              </a:defRPr>
            </a:lvl9pPr>
          </a:lstStyle>
          <a:p xmlns:a="http://schemas.openxmlformats.org/drawingml/2006/main">
            <a:pPr>
              <a:defRPr sz="1275" b="1">
                <a:solidFill>
                  <a:srgbClr val="713BCC"/>
                </a:solidFill>
                <a:latin typeface="Arial"/>
                <a:ea typeface="Arial"/>
                <a:cs typeface="Arial"/>
              </a:defRPr>
            </a:pPr>
            <a:r>
              <a:rPr sz="1275" b="1">
                <a:solidFill>
                  <a:srgbClr val="713BCC"/>
                </a:solidFill>
                <a:latin typeface="Arial"/>
                <a:ea typeface="Arial"/>
                <a:cs typeface="Arial"/>
              </a:rPr>
              <a:t>SUCCESS MEASURE</a:t>
            </a:r>
          </a:p>
        </p:txBody>
      </p:sp>
      <p:sp>
        <p:nvSpPr>
          <p:cNvPr id="15" name="goal-copy">
            <a:extLst xmlns:a="http://schemas.openxmlformats.org/drawingml/2006/main">
              <a:ext uri="{FF2B5EF4-FFF2-40B4-BE49-F238E27FC236}">
                <a16:creationId xmlns:a16="http://schemas.microsoft.com/office/drawing/2014/main" id="{69776ACE-AE22-452E-A7D0-F60B6A7E0BB6}"/>
              </a:ext>
            </a:extLst>
          </p:cNvPr>
          <p:cNvSpPr>
            <a:spLocks xmlns:a="http://schemas.openxmlformats.org/drawingml/2006/main" noGrp="1"/>
          </p:cNvSpPr>
          <p:nvPr/>
        </p:nvSpPr>
        <p:spPr>
          <a:xfrm xmlns:a="http://schemas.openxmlformats.org/drawingml/2006/main">
            <a:off x="781050" y="5048250"/>
            <a:ext cx="10096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defRPr sz="1800" b="0">
                <a:solidFill>
                  <a:srgbClr val="10152B"/>
                </a:solidFill>
                <a:latin typeface="Arial"/>
                <a:ea typeface="Arial"/>
                <a:cs typeface="Arial"/>
              </a:defRPr>
            </a:defPPr>
            <a:lvl1pPr>
              <a:defRPr sz="1800" b="0">
                <a:solidFill>
                  <a:srgbClr val="10152B"/>
                </a:solidFill>
                <a:latin typeface="Arial"/>
                <a:ea typeface="Arial"/>
                <a:cs typeface="Arial"/>
              </a:defRPr>
            </a:lvl1pPr>
            <a:lvl2pPr>
              <a:defRPr sz="1800" b="0">
                <a:solidFill>
                  <a:srgbClr val="10152B"/>
                </a:solidFill>
                <a:latin typeface="Arial"/>
                <a:ea typeface="Arial"/>
                <a:cs typeface="Arial"/>
              </a:defRPr>
            </a:lvl2pPr>
            <a:lvl3pPr>
              <a:defRPr sz="1800" b="0">
                <a:solidFill>
                  <a:srgbClr val="10152B"/>
                </a:solidFill>
                <a:latin typeface="Arial"/>
                <a:ea typeface="Arial"/>
                <a:cs typeface="Arial"/>
              </a:defRPr>
            </a:lvl3pPr>
            <a:lvl4pPr>
              <a:defRPr sz="1800" b="0">
                <a:solidFill>
                  <a:srgbClr val="10152B"/>
                </a:solidFill>
                <a:latin typeface="Arial"/>
                <a:ea typeface="Arial"/>
                <a:cs typeface="Arial"/>
              </a:defRPr>
            </a:lvl4pPr>
            <a:lvl5pPr>
              <a:defRPr sz="1800" b="0">
                <a:solidFill>
                  <a:srgbClr val="10152B"/>
                </a:solidFill>
                <a:latin typeface="Arial"/>
                <a:ea typeface="Arial"/>
                <a:cs typeface="Arial"/>
              </a:defRPr>
            </a:lvl5pPr>
            <a:lvl6pPr>
              <a:defRPr sz="1800" b="0">
                <a:solidFill>
                  <a:srgbClr val="10152B"/>
                </a:solidFill>
                <a:latin typeface="Arial"/>
                <a:ea typeface="Arial"/>
                <a:cs typeface="Arial"/>
              </a:defRPr>
            </a:lvl6pPr>
            <a:lvl7pPr>
              <a:defRPr sz="1800" b="0">
                <a:solidFill>
                  <a:srgbClr val="10152B"/>
                </a:solidFill>
                <a:latin typeface="Arial"/>
                <a:ea typeface="Arial"/>
                <a:cs typeface="Arial"/>
              </a:defRPr>
            </a:lvl7pPr>
            <a:lvl8pPr>
              <a:defRPr sz="1800" b="0">
                <a:solidFill>
                  <a:srgbClr val="10152B"/>
                </a:solidFill>
                <a:latin typeface="Arial"/>
                <a:ea typeface="Arial"/>
                <a:cs typeface="Arial"/>
              </a:defRPr>
            </a:lvl8pPr>
            <a:lvl9pPr>
              <a:defRPr sz="1800" b="0">
                <a:solidFill>
                  <a:srgbClr val="10152B"/>
                </a:solidFill>
                <a:latin typeface="Arial"/>
                <a:ea typeface="Arial"/>
                <a:cs typeface="Arial"/>
              </a:defRPr>
            </a:lvl9pPr>
          </a:lstStyle>
          <a:p xmlns:a="http://schemas.openxmlformats.org/drawingml/2006/main">
            <a:pPr>
              <a:defRPr sz="1800" b="0">
                <a:solidFill>
                  <a:srgbClr val="10152B"/>
                </a:solidFill>
                <a:latin typeface="Arial"/>
                <a:ea typeface="Arial"/>
                <a:cs typeface="Arial"/>
              </a:defRPr>
            </a:pPr>
            <a:r>
              <a:rPr sz="1800" b="0">
                <a:solidFill>
                  <a:srgbClr val="10152B"/>
                </a:solidFill>
                <a:latin typeface="Arial"/>
                <a:ea typeface="Arial"/>
                <a:cs typeface="Arial"/>
              </a:rPr>
              <a:t>Next-step click rate, with unsubscribe and complaint rates as guardrails.</a:t>
            </a:r>
          </a:p>
        </p:txBody>
      </p:sp>
      <p:sp>
        <p:nvSpPr>
          <p:cNvPr id="16" name="status-band">
            <a:extLst xmlns:a="http://schemas.openxmlformats.org/drawingml/2006/main">
              <a:ext uri="{FF2B5EF4-FFF2-40B4-BE49-F238E27FC236}">
                <a16:creationId xmlns:a16="http://schemas.microsoft.com/office/drawing/2014/main" id="{A9F94346-3726-44E2-9AAE-B43BAE130B99}"/>
              </a:ext>
            </a:extLst>
          </p:cNvPr>
          <p:cNvSpPr>
            <a:spLocks xmlns:a="http://schemas.openxmlformats.org/drawingml/2006/main" noGrp="1"/>
          </p:cNvSpPr>
          <p:nvPr/>
        </p:nvSpPr>
        <p:spPr>
          <a:xfrm xmlns:a="http://schemas.openxmlformats.org/drawingml/2006/main">
            <a:off x="685800" y="5715000"/>
            <a:ext cx="10668000" cy="342900"/>
          </a:xfrm>
          <a:prstGeom xmlns:a="http://schemas.openxmlformats.org/drawingml/2006/main" prst="rect">
            <a:avLst/>
          </a:prstGeom>
          <a:solidFill xmlns:a="http://schemas.openxmlformats.org/drawingml/2006/main">
            <a:srgbClr val="EEE7FA"/>
          </a:solidFill>
          <a:ln xmlns:a="http://schemas.openxmlformats.org/drawingml/2006/main" w="0">
            <a:noFill/>
            <a:prstDash val="solid"/>
          </a:ln>
        </p:spPr>
      </p:sp>
      <p:sp>
        <p:nvSpPr>
          <p:cNvPr id="17" name="status">
            <a:extLst xmlns:a="http://schemas.openxmlformats.org/drawingml/2006/main">
              <a:ext uri="{FF2B5EF4-FFF2-40B4-BE49-F238E27FC236}">
                <a16:creationId xmlns:a16="http://schemas.microsoft.com/office/drawing/2014/main" id="{DCD3C6FC-1FE5-4C46-BBF8-B659CFA1CA93}"/>
              </a:ext>
            </a:extLst>
          </p:cNvPr>
          <p:cNvSpPr>
            <a:spLocks xmlns:a="http://schemas.openxmlformats.org/drawingml/2006/main" noGrp="1"/>
          </p:cNvSpPr>
          <p:nvPr/>
        </p:nvSpPr>
        <p:spPr>
          <a:xfrm xmlns:a="http://schemas.openxmlformats.org/drawingml/2006/main">
            <a:off x="857250" y="5715000"/>
            <a:ext cx="10287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defRPr sz="1275" b="1">
                <a:solidFill>
                  <a:srgbClr val="713BCC"/>
                </a:solidFill>
                <a:latin typeface="Arial"/>
                <a:ea typeface="Arial"/>
                <a:cs typeface="Arial"/>
              </a:defRPr>
            </a:defPPr>
            <a:lvl1pPr>
              <a:defRPr sz="1275" b="1">
                <a:solidFill>
                  <a:srgbClr val="713BCC"/>
                </a:solidFill>
                <a:latin typeface="Arial"/>
                <a:ea typeface="Arial"/>
                <a:cs typeface="Arial"/>
              </a:defRPr>
            </a:lvl1pPr>
            <a:lvl2pPr>
              <a:defRPr sz="1275" b="1">
                <a:solidFill>
                  <a:srgbClr val="713BCC"/>
                </a:solidFill>
                <a:latin typeface="Arial"/>
                <a:ea typeface="Arial"/>
                <a:cs typeface="Arial"/>
              </a:defRPr>
            </a:lvl2pPr>
            <a:lvl3pPr>
              <a:defRPr sz="1275" b="1">
                <a:solidFill>
                  <a:srgbClr val="713BCC"/>
                </a:solidFill>
                <a:latin typeface="Arial"/>
                <a:ea typeface="Arial"/>
                <a:cs typeface="Arial"/>
              </a:defRPr>
            </a:lvl3pPr>
            <a:lvl4pPr>
              <a:defRPr sz="1275" b="1">
                <a:solidFill>
                  <a:srgbClr val="713BCC"/>
                </a:solidFill>
                <a:latin typeface="Arial"/>
                <a:ea typeface="Arial"/>
                <a:cs typeface="Arial"/>
              </a:defRPr>
            </a:lvl4pPr>
            <a:lvl5pPr>
              <a:defRPr sz="1275" b="1">
                <a:solidFill>
                  <a:srgbClr val="713BCC"/>
                </a:solidFill>
                <a:latin typeface="Arial"/>
                <a:ea typeface="Arial"/>
                <a:cs typeface="Arial"/>
              </a:defRPr>
            </a:lvl5pPr>
            <a:lvl6pPr>
              <a:defRPr sz="1275" b="1">
                <a:solidFill>
                  <a:srgbClr val="713BCC"/>
                </a:solidFill>
                <a:latin typeface="Arial"/>
                <a:ea typeface="Arial"/>
                <a:cs typeface="Arial"/>
              </a:defRPr>
            </a:lvl6pPr>
            <a:lvl7pPr>
              <a:defRPr sz="1275" b="1">
                <a:solidFill>
                  <a:srgbClr val="713BCC"/>
                </a:solidFill>
                <a:latin typeface="Arial"/>
                <a:ea typeface="Arial"/>
                <a:cs typeface="Arial"/>
              </a:defRPr>
            </a:lvl7pPr>
            <a:lvl8pPr>
              <a:defRPr sz="1275" b="1">
                <a:solidFill>
                  <a:srgbClr val="713BCC"/>
                </a:solidFill>
                <a:latin typeface="Arial"/>
                <a:ea typeface="Arial"/>
                <a:cs typeface="Arial"/>
              </a:defRPr>
            </a:lvl8pPr>
            <a:lvl9pPr>
              <a:defRPr sz="1275" b="1">
                <a:solidFill>
                  <a:srgbClr val="713BCC"/>
                </a:solidFill>
                <a:latin typeface="Arial"/>
                <a:ea typeface="Arial"/>
                <a:cs typeface="Arial"/>
              </a:defRPr>
            </a:lvl9pPr>
          </a:lstStyle>
          <a:p xmlns:a="http://schemas.openxmlformats.org/drawingml/2006/main">
            <a:pPr>
              <a:defRPr sz="1275" b="1">
                <a:solidFill>
                  <a:srgbClr val="713BCC"/>
                </a:solidFill>
                <a:latin typeface="Arial"/>
                <a:ea typeface="Arial"/>
                <a:cs typeface="Arial"/>
              </a:defRPr>
            </a:pPr>
            <a:r>
              <a:rPr sz="1275" b="1">
                <a:solidFill>
                  <a:srgbClr val="713BCC"/>
                </a:solidFill>
                <a:latin typeface="Arial"/>
                <a:ea typeface="Arial"/>
                <a:cs typeface="Arial"/>
              </a:rPr>
              <a:t>Status: proposed journey; live form and automation still need setup and testing.</a:t>
            </a:r>
          </a:p>
        </p:txBody>
      </p:sp>
      <p:sp>
        <p:nvSpPr>
          <p:cNvPr id="18" name="footer-divider">
            <a:extLst xmlns:a="http://schemas.openxmlformats.org/drawingml/2006/main">
              <a:ext uri="{FF2B5EF4-FFF2-40B4-BE49-F238E27FC236}">
                <a16:creationId xmlns:a16="http://schemas.microsoft.com/office/drawing/2014/main" id="{EC0888A2-A9EB-4678-A85E-F597A46E8DED}"/>
              </a:ext>
            </a:extLst>
          </p:cNvPr>
          <p:cNvSpPr>
            <a:spLocks xmlns:a="http://schemas.openxmlformats.org/drawingml/2006/main" noGrp="1"/>
          </p:cNvSpPr>
          <p:nvPr/>
        </p:nvSpPr>
        <p:spPr>
          <a:xfrm xmlns:a="http://schemas.openxmlformats.org/drawingml/2006/main">
            <a:off x="685800" y="6210300"/>
            <a:ext cx="10810875" cy="0"/>
          </a:xfrm>
          <a:prstGeom xmlns:a="http://schemas.openxmlformats.org/drawingml/2006/main" prst="line">
            <a:avLst/>
          </a:prstGeom>
          <a:noFill xmlns:a="http://schemas.openxmlformats.org/drawingml/2006/main"/>
          <a:ln xmlns:a="http://schemas.openxmlformats.org/drawingml/2006/main" w="19050">
            <a:solidFill>
              <a:srgbClr val="D9DCE7"/>
            </a:solidFill>
            <a:prstDash val="solid"/>
          </a:ln>
        </p:spPr>
      </p:sp>
      <p:sp>
        <p:nvSpPr>
          <p:cNvPr id="19" name="footer">
            <a:extLst xmlns:a="http://schemas.openxmlformats.org/drawingml/2006/main">
              <a:ext uri="{FF2B5EF4-FFF2-40B4-BE49-F238E27FC236}">
                <a16:creationId xmlns:a16="http://schemas.microsoft.com/office/drawing/2014/main" id="{9F8873C8-DB3D-4C9B-B96C-4B7558C95046}"/>
              </a:ext>
            </a:extLst>
          </p:cNvPr>
          <p:cNvSpPr>
            <a:spLocks xmlns:a="http://schemas.openxmlformats.org/drawingml/2006/main" noGrp="1"/>
          </p:cNvSpPr>
          <p:nvPr/>
        </p:nvSpPr>
        <p:spPr>
          <a:xfrm xmlns:a="http://schemas.openxmlformats.org/drawingml/2006/main">
            <a:off x="685800" y="6362700"/>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defRPr sz="975" b="1">
                <a:solidFill>
                  <a:srgbClr val="596176"/>
                </a:solidFill>
                <a:latin typeface="Arial"/>
                <a:ea typeface="Arial"/>
                <a:cs typeface="Arial"/>
              </a:defRPr>
            </a:defPPr>
            <a:lvl1pPr>
              <a:defRPr sz="975" b="1">
                <a:solidFill>
                  <a:srgbClr val="596176"/>
                </a:solidFill>
                <a:latin typeface="Arial"/>
                <a:ea typeface="Arial"/>
                <a:cs typeface="Arial"/>
              </a:defRPr>
            </a:lvl1pPr>
            <a:lvl2pPr>
              <a:defRPr sz="975" b="1">
                <a:solidFill>
                  <a:srgbClr val="596176"/>
                </a:solidFill>
                <a:latin typeface="Arial"/>
                <a:ea typeface="Arial"/>
                <a:cs typeface="Arial"/>
              </a:defRPr>
            </a:lvl2pPr>
            <a:lvl3pPr>
              <a:defRPr sz="975" b="1">
                <a:solidFill>
                  <a:srgbClr val="596176"/>
                </a:solidFill>
                <a:latin typeface="Arial"/>
                <a:ea typeface="Arial"/>
                <a:cs typeface="Arial"/>
              </a:defRPr>
            </a:lvl3pPr>
            <a:lvl4pPr>
              <a:defRPr sz="975" b="1">
                <a:solidFill>
                  <a:srgbClr val="596176"/>
                </a:solidFill>
                <a:latin typeface="Arial"/>
                <a:ea typeface="Arial"/>
                <a:cs typeface="Arial"/>
              </a:defRPr>
            </a:lvl4pPr>
            <a:lvl5pPr>
              <a:defRPr sz="975" b="1">
                <a:solidFill>
                  <a:srgbClr val="596176"/>
                </a:solidFill>
                <a:latin typeface="Arial"/>
                <a:ea typeface="Arial"/>
                <a:cs typeface="Arial"/>
              </a:defRPr>
            </a:lvl5pPr>
            <a:lvl6pPr>
              <a:defRPr sz="975" b="1">
                <a:solidFill>
                  <a:srgbClr val="596176"/>
                </a:solidFill>
                <a:latin typeface="Arial"/>
                <a:ea typeface="Arial"/>
                <a:cs typeface="Arial"/>
              </a:defRPr>
            </a:lvl6pPr>
            <a:lvl7pPr>
              <a:defRPr sz="975" b="1">
                <a:solidFill>
                  <a:srgbClr val="596176"/>
                </a:solidFill>
                <a:latin typeface="Arial"/>
                <a:ea typeface="Arial"/>
                <a:cs typeface="Arial"/>
              </a:defRPr>
            </a:lvl7pPr>
            <a:lvl8pPr>
              <a:defRPr sz="975" b="1">
                <a:solidFill>
                  <a:srgbClr val="596176"/>
                </a:solidFill>
                <a:latin typeface="Arial"/>
                <a:ea typeface="Arial"/>
                <a:cs typeface="Arial"/>
              </a:defRPr>
            </a:lvl8pPr>
            <a:lvl9pPr>
              <a:defRPr sz="975" b="1">
                <a:solidFill>
                  <a:srgbClr val="596176"/>
                </a:solidFill>
                <a:latin typeface="Arial"/>
                <a:ea typeface="Arial"/>
                <a:cs typeface="Arial"/>
              </a:defRPr>
            </a:lvl9pPr>
          </a:lstStyle>
          <a:p xmlns:a="http://schemas.openxmlformats.org/drawingml/2006/main">
            <a:pPr>
              <a:defRPr sz="975" b="1">
                <a:solidFill>
                  <a:srgbClr val="596176"/>
                </a:solidFill>
                <a:latin typeface="Arial"/>
                <a:ea typeface="Arial"/>
                <a:cs typeface="Arial"/>
              </a:defRPr>
            </a:pPr>
            <a:r>
              <a:rPr sz="975" b="1">
                <a:solidFill>
                  <a:srgbClr val="596176"/>
                </a:solidFill>
                <a:latin typeface="Arial"/>
                <a:ea typeface="Arial"/>
                <a:cs typeface="Arial"/>
              </a:rPr>
              <a:t>DAY 5 FUTURES REPORT  |  PRACTICE DATA UNLESS STATED</a:t>
            </a:r>
          </a:p>
        </p:txBody>
      </p:sp>
      <p:sp>
        <p:nvSpPr>
          <p:cNvPr id="20" name="page-number">
            <a:extLst xmlns:a="http://schemas.openxmlformats.org/drawingml/2006/main">
              <a:ext uri="{FF2B5EF4-FFF2-40B4-BE49-F238E27FC236}">
                <a16:creationId xmlns:a16="http://schemas.microsoft.com/office/drawing/2014/main" id="{4990E750-73DD-42AE-9FAE-29F138FF7F1C}"/>
              </a:ext>
            </a:extLst>
          </p:cNvPr>
          <p:cNvSpPr>
            <a:spLocks xmlns:a="http://schemas.openxmlformats.org/drawingml/2006/main" noGrp="1"/>
          </p:cNvSpPr>
          <p:nvPr/>
        </p:nvSpPr>
        <p:spPr>
          <a:xfrm xmlns:a="http://schemas.openxmlformats.org/drawingml/2006/main">
            <a:off x="11049000" y="6334125"/>
            <a:ext cx="4286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defRPr sz="1125" b="1">
                <a:solidFill>
                  <a:srgbClr val="713BCC"/>
                </a:solidFill>
                <a:latin typeface="Arial"/>
                <a:ea typeface="Arial"/>
                <a:cs typeface="Arial"/>
              </a:defRPr>
            </a:defPPr>
            <a:lvl1pPr>
              <a:defRPr sz="1125" b="1">
                <a:solidFill>
                  <a:srgbClr val="713BCC"/>
                </a:solidFill>
                <a:latin typeface="Arial"/>
                <a:ea typeface="Arial"/>
                <a:cs typeface="Arial"/>
              </a:defRPr>
            </a:lvl1pPr>
            <a:lvl2pPr>
              <a:defRPr sz="1125" b="1">
                <a:solidFill>
                  <a:srgbClr val="713BCC"/>
                </a:solidFill>
                <a:latin typeface="Arial"/>
                <a:ea typeface="Arial"/>
                <a:cs typeface="Arial"/>
              </a:defRPr>
            </a:lvl2pPr>
            <a:lvl3pPr>
              <a:defRPr sz="1125" b="1">
                <a:solidFill>
                  <a:srgbClr val="713BCC"/>
                </a:solidFill>
                <a:latin typeface="Arial"/>
                <a:ea typeface="Arial"/>
                <a:cs typeface="Arial"/>
              </a:defRPr>
            </a:lvl3pPr>
            <a:lvl4pPr>
              <a:defRPr sz="1125" b="1">
                <a:solidFill>
                  <a:srgbClr val="713BCC"/>
                </a:solidFill>
                <a:latin typeface="Arial"/>
                <a:ea typeface="Arial"/>
                <a:cs typeface="Arial"/>
              </a:defRPr>
            </a:lvl4pPr>
            <a:lvl5pPr>
              <a:defRPr sz="1125" b="1">
                <a:solidFill>
                  <a:srgbClr val="713BCC"/>
                </a:solidFill>
                <a:latin typeface="Arial"/>
                <a:ea typeface="Arial"/>
                <a:cs typeface="Arial"/>
              </a:defRPr>
            </a:lvl5pPr>
            <a:lvl6pPr>
              <a:defRPr sz="1125" b="1">
                <a:solidFill>
                  <a:srgbClr val="713BCC"/>
                </a:solidFill>
                <a:latin typeface="Arial"/>
                <a:ea typeface="Arial"/>
                <a:cs typeface="Arial"/>
              </a:defRPr>
            </a:lvl6pPr>
            <a:lvl7pPr>
              <a:defRPr sz="1125" b="1">
                <a:solidFill>
                  <a:srgbClr val="713BCC"/>
                </a:solidFill>
                <a:latin typeface="Arial"/>
                <a:ea typeface="Arial"/>
                <a:cs typeface="Arial"/>
              </a:defRPr>
            </a:lvl7pPr>
            <a:lvl8pPr>
              <a:defRPr sz="1125" b="1">
                <a:solidFill>
                  <a:srgbClr val="713BCC"/>
                </a:solidFill>
                <a:latin typeface="Arial"/>
                <a:ea typeface="Arial"/>
                <a:cs typeface="Arial"/>
              </a:defRPr>
            </a:lvl8pPr>
            <a:lvl9pPr>
              <a:defRPr sz="1125" b="1">
                <a:solidFill>
                  <a:srgbClr val="713BCC"/>
                </a:solidFill>
                <a:latin typeface="Arial"/>
                <a:ea typeface="Arial"/>
                <a:cs typeface="Arial"/>
              </a:defRPr>
            </a:lvl9pPr>
          </a:lstStyle>
          <a:p xmlns:a="http://schemas.openxmlformats.org/drawingml/2006/main">
            <a:pPr>
              <a:defRPr sz="1125" b="1">
                <a:solidFill>
                  <a:srgbClr val="713BCC"/>
                </a:solidFill>
                <a:latin typeface="Arial"/>
                <a:ea typeface="Arial"/>
                <a:cs typeface="Arial"/>
              </a:defRPr>
            </a:pPr>
            <a:r>
              <a:rPr sz="1125" b="1">
                <a:solidFill>
                  <a:srgbClr val="713BCC"/>
                </a:solidFill>
                <a:latin typeface="Arial"/>
                <a:ea typeface="Arial"/>
                <a:cs typeface="Arial"/>
              </a:rPr>
              <a:t>04</a:t>
            </a:r>
          </a:p>
        </p:txBody>
      </p:sp>
    </p:spTree>
    <p:extLst>
      <p:ext uri="{BB962C8B-B14F-4D97-AF65-F5344CB8AC3E}">
        <p14:creationId xmlns:p14="http://schemas.microsoft.com/office/powerpoint/2010/main" val="1239390733"/>
      </p:ext>
    </p:extLst>
  </p:cSld>
</p:sld>
</file>

<file path=ppt/slides/slide5.xml><?xml version="1.0" encoding="utf-8"?>
<p:sld xmlns:p="http://schemas.openxmlformats.org/presentationml/2006/main">
  <p:cSld>
    <p:bg>
      <p:bgPr>
        <a:solidFill xmlns:a="http://schemas.openxmlformats.org/drawingml/2006/main">
          <a:srgbClr val="F7F7FB"/>
        </a:solidFill>
      </p:bgPr>
    </p:bg>
    <p:spTree>
      <p:nvGrpSpPr>
        <p:cNvPr id="1" name=""/>
        <p:cNvGrpSpPr/>
        <p:nvPr/>
      </p:nvGrpSpPr>
      <p:grpSpPr>
        <a:xfrm xmlns:a="http://schemas.openxmlformats.org/drawingml/2006/main"/>
      </p:grpSpPr>
      <p:sp>
        <p:nvSpPr>
          <p:cNvPr id="28" name="accent-rule">
            <a:extLst xmlns:a="http://schemas.openxmlformats.org/drawingml/2006/main">
              <a:ext uri="{FF2B5EF4-FFF2-40B4-BE49-F238E27FC236}">
                <a16:creationId xmlns:a16="http://schemas.microsoft.com/office/drawing/2014/main" id="{F4A807B1-37DC-410E-85E1-5555732A27A7}"/>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713BCC"/>
          </a:solidFill>
          <a:ln xmlns:a="http://schemas.openxmlformats.org/drawingml/2006/main" w="0">
            <a:noFill/>
            <a:prstDash val="solid"/>
          </a:ln>
        </p:spPr>
      </p:sp>
      <p:sp>
        <p:nvSpPr>
          <p:cNvPr id="2" name="presenter-label">
            <a:extLst xmlns:a="http://schemas.openxmlformats.org/drawingml/2006/main">
              <a:ext uri="{FF2B5EF4-FFF2-40B4-BE49-F238E27FC236}">
                <a16:creationId xmlns:a16="http://schemas.microsoft.com/office/drawing/2014/main" id="{5F0A5B36-B0C4-41C4-90C5-E9F34ED45D23}"/>
              </a:ext>
            </a:extLst>
          </p:cNvPr>
          <p:cNvSpPr>
            <a:spLocks xmlns:a="http://schemas.openxmlformats.org/drawingml/2006/main" noGrp="1"/>
          </p:cNvSpPr>
          <p:nvPr/>
        </p:nvSpPr>
        <p:spPr>
          <a:xfrm xmlns:a="http://schemas.openxmlformats.org/drawingml/2006/main">
            <a:off x="666750" y="342900"/>
            <a:ext cx="857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defRPr sz="1200" b="1">
                <a:solidFill>
                  <a:srgbClr val="713BCC"/>
                </a:solidFill>
                <a:latin typeface="Arial"/>
                <a:ea typeface="Arial"/>
                <a:cs typeface="Arial"/>
              </a:defRPr>
            </a:defPPr>
            <a:lvl1pPr>
              <a:defRPr sz="1200" b="1">
                <a:solidFill>
                  <a:srgbClr val="713BCC"/>
                </a:solidFill>
                <a:latin typeface="Arial"/>
                <a:ea typeface="Arial"/>
                <a:cs typeface="Arial"/>
              </a:defRPr>
            </a:lvl1pPr>
            <a:lvl2pPr>
              <a:defRPr sz="1200" b="1">
                <a:solidFill>
                  <a:srgbClr val="713BCC"/>
                </a:solidFill>
                <a:latin typeface="Arial"/>
                <a:ea typeface="Arial"/>
                <a:cs typeface="Arial"/>
              </a:defRPr>
            </a:lvl2pPr>
            <a:lvl3pPr>
              <a:defRPr sz="1200" b="1">
                <a:solidFill>
                  <a:srgbClr val="713BCC"/>
                </a:solidFill>
                <a:latin typeface="Arial"/>
                <a:ea typeface="Arial"/>
                <a:cs typeface="Arial"/>
              </a:defRPr>
            </a:lvl3pPr>
            <a:lvl4pPr>
              <a:defRPr sz="1200" b="1">
                <a:solidFill>
                  <a:srgbClr val="713BCC"/>
                </a:solidFill>
                <a:latin typeface="Arial"/>
                <a:ea typeface="Arial"/>
                <a:cs typeface="Arial"/>
              </a:defRPr>
            </a:lvl4pPr>
            <a:lvl5pPr>
              <a:defRPr sz="1200" b="1">
                <a:solidFill>
                  <a:srgbClr val="713BCC"/>
                </a:solidFill>
                <a:latin typeface="Arial"/>
                <a:ea typeface="Arial"/>
                <a:cs typeface="Arial"/>
              </a:defRPr>
            </a:lvl5pPr>
            <a:lvl6pPr>
              <a:defRPr sz="1200" b="1">
                <a:solidFill>
                  <a:srgbClr val="713BCC"/>
                </a:solidFill>
                <a:latin typeface="Arial"/>
                <a:ea typeface="Arial"/>
                <a:cs typeface="Arial"/>
              </a:defRPr>
            </a:lvl6pPr>
            <a:lvl7pPr>
              <a:defRPr sz="1200" b="1">
                <a:solidFill>
                  <a:srgbClr val="713BCC"/>
                </a:solidFill>
                <a:latin typeface="Arial"/>
                <a:ea typeface="Arial"/>
                <a:cs typeface="Arial"/>
              </a:defRPr>
            </a:lvl7pPr>
            <a:lvl8pPr>
              <a:defRPr sz="1200" b="1">
                <a:solidFill>
                  <a:srgbClr val="713BCC"/>
                </a:solidFill>
                <a:latin typeface="Arial"/>
                <a:ea typeface="Arial"/>
                <a:cs typeface="Arial"/>
              </a:defRPr>
            </a:lvl8pPr>
            <a:lvl9pPr>
              <a:defRPr sz="1200" b="1">
                <a:solidFill>
                  <a:srgbClr val="713BCC"/>
                </a:solidFill>
                <a:latin typeface="Arial"/>
                <a:ea typeface="Arial"/>
                <a:cs typeface="Arial"/>
              </a:defRPr>
            </a:lvl9pPr>
          </a:lstStyle>
          <a:p xmlns:a="http://schemas.openxmlformats.org/drawingml/2006/main">
            <a:pPr>
              <a:defRPr sz="1200" b="1">
                <a:solidFill>
                  <a:srgbClr val="713BCC"/>
                </a:solidFill>
                <a:latin typeface="Arial"/>
                <a:ea typeface="Arial"/>
                <a:cs typeface="Arial"/>
              </a:defRPr>
            </a:pPr>
            <a:r>
              <a:rPr sz="1200" b="1">
                <a:solidFill>
                  <a:srgbClr val="713BCC"/>
                </a:solidFill>
                <a:latin typeface="Arial"/>
                <a:ea typeface="Arial"/>
                <a:cs typeface="Arial"/>
              </a:rPr>
              <a:t>SOLOMON  /  CHURN PREDICTION</a:t>
            </a:r>
          </a:p>
        </p:txBody>
      </p:sp>
      <p:sp>
        <p:nvSpPr>
          <p:cNvPr id="3" name="slide-title">
            <a:extLst xmlns:a="http://schemas.openxmlformats.org/drawingml/2006/main">
              <a:ext uri="{FF2B5EF4-FFF2-40B4-BE49-F238E27FC236}">
                <a16:creationId xmlns:a16="http://schemas.microsoft.com/office/drawing/2014/main" id="{46A885C3-DA21-467D-A4B3-A4B9EBF15A82}"/>
              </a:ext>
            </a:extLst>
          </p:cNvPr>
          <p:cNvSpPr>
            <a:spLocks xmlns:a="http://schemas.openxmlformats.org/drawingml/2006/main" noGrp="1"/>
          </p:cNvSpPr>
          <p:nvPr/>
        </p:nvSpPr>
        <p:spPr>
          <a:xfrm xmlns:a="http://schemas.openxmlformats.org/drawingml/2006/main">
            <a:off x="666750" y="790575"/>
            <a:ext cx="10858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defRPr sz="3150" b="1">
                <a:solidFill>
                  <a:srgbClr val="10152B"/>
                </a:solidFill>
                <a:latin typeface="Arial"/>
                <a:ea typeface="Arial"/>
                <a:cs typeface="Arial"/>
              </a:defRPr>
            </a:defPPr>
            <a:lvl1pPr>
              <a:defRPr sz="3150" b="1">
                <a:solidFill>
                  <a:srgbClr val="10152B"/>
                </a:solidFill>
                <a:latin typeface="Arial"/>
                <a:ea typeface="Arial"/>
                <a:cs typeface="Arial"/>
              </a:defRPr>
            </a:lvl1pPr>
            <a:lvl2pPr>
              <a:defRPr sz="3150" b="1">
                <a:solidFill>
                  <a:srgbClr val="10152B"/>
                </a:solidFill>
                <a:latin typeface="Arial"/>
                <a:ea typeface="Arial"/>
                <a:cs typeface="Arial"/>
              </a:defRPr>
            </a:lvl2pPr>
            <a:lvl3pPr>
              <a:defRPr sz="3150" b="1">
                <a:solidFill>
                  <a:srgbClr val="10152B"/>
                </a:solidFill>
                <a:latin typeface="Arial"/>
                <a:ea typeface="Arial"/>
                <a:cs typeface="Arial"/>
              </a:defRPr>
            </a:lvl3pPr>
            <a:lvl4pPr>
              <a:defRPr sz="3150" b="1">
                <a:solidFill>
                  <a:srgbClr val="10152B"/>
                </a:solidFill>
                <a:latin typeface="Arial"/>
                <a:ea typeface="Arial"/>
                <a:cs typeface="Arial"/>
              </a:defRPr>
            </a:lvl4pPr>
            <a:lvl5pPr>
              <a:defRPr sz="3150" b="1">
                <a:solidFill>
                  <a:srgbClr val="10152B"/>
                </a:solidFill>
                <a:latin typeface="Arial"/>
                <a:ea typeface="Arial"/>
                <a:cs typeface="Arial"/>
              </a:defRPr>
            </a:lvl5pPr>
            <a:lvl6pPr>
              <a:defRPr sz="3150" b="1">
                <a:solidFill>
                  <a:srgbClr val="10152B"/>
                </a:solidFill>
                <a:latin typeface="Arial"/>
                <a:ea typeface="Arial"/>
                <a:cs typeface="Arial"/>
              </a:defRPr>
            </a:lvl6pPr>
            <a:lvl7pPr>
              <a:defRPr sz="3150" b="1">
                <a:solidFill>
                  <a:srgbClr val="10152B"/>
                </a:solidFill>
                <a:latin typeface="Arial"/>
                <a:ea typeface="Arial"/>
                <a:cs typeface="Arial"/>
              </a:defRPr>
            </a:lvl7pPr>
            <a:lvl8pPr>
              <a:defRPr sz="3150" b="1">
                <a:solidFill>
                  <a:srgbClr val="10152B"/>
                </a:solidFill>
                <a:latin typeface="Arial"/>
                <a:ea typeface="Arial"/>
                <a:cs typeface="Arial"/>
              </a:defRPr>
            </a:lvl8pPr>
            <a:lvl9pPr>
              <a:defRPr sz="3150" b="1">
                <a:solidFill>
                  <a:srgbClr val="10152B"/>
                </a:solidFill>
                <a:latin typeface="Arial"/>
                <a:ea typeface="Arial"/>
                <a:cs typeface="Arial"/>
              </a:defRPr>
            </a:lvl9pPr>
          </a:lstStyle>
          <a:p xmlns:a="http://schemas.openxmlformats.org/drawingml/2006/main">
            <a:pPr>
              <a:defRPr sz="3150" b="1">
                <a:solidFill>
                  <a:srgbClr val="10152B"/>
                </a:solidFill>
                <a:latin typeface="Arial"/>
                <a:ea typeface="Arial"/>
                <a:cs typeface="Arial"/>
              </a:defRPr>
            </a:pPr>
            <a:r>
              <a:rPr sz="3150" b="1">
                <a:solidFill>
                  <a:srgbClr val="10152B"/>
                </a:solidFill>
                <a:latin typeface="Arial"/>
                <a:ea typeface="Arial"/>
                <a:cs typeface="Arial"/>
              </a:rPr>
              <a:t>Logistic regression ranked churn risk best</a:t>
            </a:r>
          </a:p>
        </p:txBody>
      </p:sp>
      <p:sp>
        <p:nvSpPr>
          <p:cNvPr id="4" name="slide-subtitle">
            <a:extLst xmlns:a="http://schemas.openxmlformats.org/drawingml/2006/main">
              <a:ext uri="{FF2B5EF4-FFF2-40B4-BE49-F238E27FC236}">
                <a16:creationId xmlns:a16="http://schemas.microsoft.com/office/drawing/2014/main" id="{1BA03102-E900-4F53-88C8-DF5F92EE5782}"/>
              </a:ext>
            </a:extLst>
          </p:cNvPr>
          <p:cNvSpPr>
            <a:spLocks xmlns:a="http://schemas.openxmlformats.org/drawingml/2006/main" noGrp="1"/>
          </p:cNvSpPr>
          <p:nvPr/>
        </p:nvSpPr>
        <p:spPr>
          <a:xfrm xmlns:a="http://schemas.openxmlformats.org/drawingml/2006/main">
            <a:off x="685800" y="1524000"/>
            <a:ext cx="10668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defRPr sz="1725" b="0">
                <a:solidFill>
                  <a:srgbClr val="596176"/>
                </a:solidFill>
                <a:latin typeface="Arial"/>
                <a:ea typeface="Arial"/>
                <a:cs typeface="Arial"/>
              </a:defRPr>
            </a:defPPr>
            <a:lvl1pPr>
              <a:defRPr sz="1725" b="0">
                <a:solidFill>
                  <a:srgbClr val="596176"/>
                </a:solidFill>
                <a:latin typeface="Arial"/>
                <a:ea typeface="Arial"/>
                <a:cs typeface="Arial"/>
              </a:defRPr>
            </a:lvl1pPr>
            <a:lvl2pPr>
              <a:defRPr sz="1725" b="0">
                <a:solidFill>
                  <a:srgbClr val="596176"/>
                </a:solidFill>
                <a:latin typeface="Arial"/>
                <a:ea typeface="Arial"/>
                <a:cs typeface="Arial"/>
              </a:defRPr>
            </a:lvl2pPr>
            <a:lvl3pPr>
              <a:defRPr sz="1725" b="0">
                <a:solidFill>
                  <a:srgbClr val="596176"/>
                </a:solidFill>
                <a:latin typeface="Arial"/>
                <a:ea typeface="Arial"/>
                <a:cs typeface="Arial"/>
              </a:defRPr>
            </a:lvl3pPr>
            <a:lvl4pPr>
              <a:defRPr sz="1725" b="0">
                <a:solidFill>
                  <a:srgbClr val="596176"/>
                </a:solidFill>
                <a:latin typeface="Arial"/>
                <a:ea typeface="Arial"/>
                <a:cs typeface="Arial"/>
              </a:defRPr>
            </a:lvl4pPr>
            <a:lvl5pPr>
              <a:defRPr sz="1725" b="0">
                <a:solidFill>
                  <a:srgbClr val="596176"/>
                </a:solidFill>
                <a:latin typeface="Arial"/>
                <a:ea typeface="Arial"/>
                <a:cs typeface="Arial"/>
              </a:defRPr>
            </a:lvl5pPr>
            <a:lvl6pPr>
              <a:defRPr sz="1725" b="0">
                <a:solidFill>
                  <a:srgbClr val="596176"/>
                </a:solidFill>
                <a:latin typeface="Arial"/>
                <a:ea typeface="Arial"/>
                <a:cs typeface="Arial"/>
              </a:defRPr>
            </a:lvl6pPr>
            <a:lvl7pPr>
              <a:defRPr sz="1725" b="0">
                <a:solidFill>
                  <a:srgbClr val="596176"/>
                </a:solidFill>
                <a:latin typeface="Arial"/>
                <a:ea typeface="Arial"/>
                <a:cs typeface="Arial"/>
              </a:defRPr>
            </a:lvl7pPr>
            <a:lvl8pPr>
              <a:defRPr sz="1725" b="0">
                <a:solidFill>
                  <a:srgbClr val="596176"/>
                </a:solidFill>
                <a:latin typeface="Arial"/>
                <a:ea typeface="Arial"/>
                <a:cs typeface="Arial"/>
              </a:defRPr>
            </a:lvl8pPr>
            <a:lvl9pPr>
              <a:defRPr sz="1725" b="0">
                <a:solidFill>
                  <a:srgbClr val="596176"/>
                </a:solidFill>
                <a:latin typeface="Arial"/>
                <a:ea typeface="Arial"/>
                <a:cs typeface="Arial"/>
              </a:defRPr>
            </a:lvl9pPr>
          </a:lstStyle>
          <a:p xmlns:a="http://schemas.openxmlformats.org/drawingml/2006/main">
            <a:pPr>
              <a:defRPr sz="1725" b="0">
                <a:solidFill>
                  <a:srgbClr val="596176"/>
                </a:solidFill>
                <a:latin typeface="Arial"/>
                <a:ea typeface="Arial"/>
                <a:cs typeface="Arial"/>
              </a:defRPr>
            </a:pPr>
            <a:r>
              <a:rPr sz="1725" b="0">
                <a:solidFill>
                  <a:srgbClr val="596176"/>
                </a:solidFill>
                <a:latin typeface="Arial"/>
                <a:ea typeface="Arial"/>
                <a:cs typeface="Arial"/>
              </a:rPr>
              <a:t>D5 practice data • 1,200 records • 840 train / 360 test • stratified holdout.</a:t>
            </a:r>
          </a:p>
        </p:txBody>
      </p:sp>
      <p:sp>
        <p:nvSpPr>
          <p:cNvPr id="5" name="title-divider">
            <a:extLst xmlns:a="http://schemas.openxmlformats.org/drawingml/2006/main">
              <a:ext uri="{FF2B5EF4-FFF2-40B4-BE49-F238E27FC236}">
                <a16:creationId xmlns:a16="http://schemas.microsoft.com/office/drawing/2014/main" id="{8E4B8F2F-0753-4BE7-B6F7-B78277301F78}"/>
              </a:ext>
            </a:extLst>
          </p:cNvPr>
          <p:cNvSpPr>
            <a:spLocks xmlns:a="http://schemas.openxmlformats.org/drawingml/2006/main" noGrp="1"/>
          </p:cNvSpPr>
          <p:nvPr/>
        </p:nvSpPr>
        <p:spPr>
          <a:xfrm xmlns:a="http://schemas.openxmlformats.org/drawingml/2006/main">
            <a:off x="685800" y="2038350"/>
            <a:ext cx="10810875" cy="0"/>
          </a:xfrm>
          <a:prstGeom xmlns:a="http://schemas.openxmlformats.org/drawingml/2006/main" prst="line">
            <a:avLst/>
          </a:prstGeom>
          <a:noFill xmlns:a="http://schemas.openxmlformats.org/drawingml/2006/main"/>
          <a:ln xmlns:a="http://schemas.openxmlformats.org/drawingml/2006/main" w="19050">
            <a:solidFill>
              <a:srgbClr val="D9DCE7"/>
            </a:solidFill>
            <a:prstDash val="solid"/>
          </a:ln>
        </p:spPr>
      </p:sp>
      <p:sp>
        <p:nvSpPr>
          <p:cNvPr id="6" name="model-head-0">
            <a:extLst xmlns:a="http://schemas.openxmlformats.org/drawingml/2006/main">
              <a:ext uri="{FF2B5EF4-FFF2-40B4-BE49-F238E27FC236}">
                <a16:creationId xmlns:a16="http://schemas.microsoft.com/office/drawing/2014/main" id="{009DB8C5-DB5D-4A0C-8543-E7497B59A04D}"/>
              </a:ext>
            </a:extLst>
          </p:cNvPr>
          <p:cNvSpPr>
            <a:spLocks xmlns:a="http://schemas.openxmlformats.org/drawingml/2006/main" noGrp="1"/>
          </p:cNvSpPr>
          <p:nvPr/>
        </p:nvSpPr>
        <p:spPr>
          <a:xfrm xmlns:a="http://schemas.openxmlformats.org/drawingml/2006/main">
            <a:off x="762000" y="247650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defRPr sz="1125" b="1">
                <a:solidFill>
                  <a:srgbClr val="596176"/>
                </a:solidFill>
                <a:latin typeface="Arial"/>
                <a:ea typeface="Arial"/>
                <a:cs typeface="Arial"/>
              </a:defRPr>
            </a:defPPr>
            <a:lvl1pPr>
              <a:defRPr sz="1125" b="1">
                <a:solidFill>
                  <a:srgbClr val="596176"/>
                </a:solidFill>
                <a:latin typeface="Arial"/>
                <a:ea typeface="Arial"/>
                <a:cs typeface="Arial"/>
              </a:defRPr>
            </a:lvl1pPr>
            <a:lvl2pPr>
              <a:defRPr sz="1125" b="1">
                <a:solidFill>
                  <a:srgbClr val="596176"/>
                </a:solidFill>
                <a:latin typeface="Arial"/>
                <a:ea typeface="Arial"/>
                <a:cs typeface="Arial"/>
              </a:defRPr>
            </a:lvl2pPr>
            <a:lvl3pPr>
              <a:defRPr sz="1125" b="1">
                <a:solidFill>
                  <a:srgbClr val="596176"/>
                </a:solidFill>
                <a:latin typeface="Arial"/>
                <a:ea typeface="Arial"/>
                <a:cs typeface="Arial"/>
              </a:defRPr>
            </a:lvl3pPr>
            <a:lvl4pPr>
              <a:defRPr sz="1125" b="1">
                <a:solidFill>
                  <a:srgbClr val="596176"/>
                </a:solidFill>
                <a:latin typeface="Arial"/>
                <a:ea typeface="Arial"/>
                <a:cs typeface="Arial"/>
              </a:defRPr>
            </a:lvl4pPr>
            <a:lvl5pPr>
              <a:defRPr sz="1125" b="1">
                <a:solidFill>
                  <a:srgbClr val="596176"/>
                </a:solidFill>
                <a:latin typeface="Arial"/>
                <a:ea typeface="Arial"/>
                <a:cs typeface="Arial"/>
              </a:defRPr>
            </a:lvl5pPr>
            <a:lvl6pPr>
              <a:defRPr sz="1125" b="1">
                <a:solidFill>
                  <a:srgbClr val="596176"/>
                </a:solidFill>
                <a:latin typeface="Arial"/>
                <a:ea typeface="Arial"/>
                <a:cs typeface="Arial"/>
              </a:defRPr>
            </a:lvl6pPr>
            <a:lvl7pPr>
              <a:defRPr sz="1125" b="1">
                <a:solidFill>
                  <a:srgbClr val="596176"/>
                </a:solidFill>
                <a:latin typeface="Arial"/>
                <a:ea typeface="Arial"/>
                <a:cs typeface="Arial"/>
              </a:defRPr>
            </a:lvl7pPr>
            <a:lvl8pPr>
              <a:defRPr sz="1125" b="1">
                <a:solidFill>
                  <a:srgbClr val="596176"/>
                </a:solidFill>
                <a:latin typeface="Arial"/>
                <a:ea typeface="Arial"/>
                <a:cs typeface="Arial"/>
              </a:defRPr>
            </a:lvl8pPr>
            <a:lvl9pPr>
              <a:defRPr sz="1125" b="1">
                <a:solidFill>
                  <a:srgbClr val="596176"/>
                </a:solidFill>
                <a:latin typeface="Arial"/>
                <a:ea typeface="Arial"/>
                <a:cs typeface="Arial"/>
              </a:defRPr>
            </a:lvl9pPr>
          </a:lstStyle>
          <a:p xmlns:a="http://schemas.openxmlformats.org/drawingml/2006/main">
            <a:pPr>
              <a:defRPr sz="1125" b="1">
                <a:solidFill>
                  <a:srgbClr val="596176"/>
                </a:solidFill>
                <a:latin typeface="Arial"/>
                <a:ea typeface="Arial"/>
                <a:cs typeface="Arial"/>
              </a:defRPr>
            </a:pPr>
            <a:r>
              <a:rPr sz="1125" b="1">
                <a:solidFill>
                  <a:srgbClr val="596176"/>
                </a:solidFill>
                <a:latin typeface="Arial"/>
                <a:ea typeface="Arial"/>
                <a:cs typeface="Arial"/>
              </a:rPr>
              <a:t>MODEL</a:t>
            </a:r>
          </a:p>
        </p:txBody>
      </p:sp>
      <p:sp>
        <p:nvSpPr>
          <p:cNvPr id="7" name="model-head-1">
            <a:extLst xmlns:a="http://schemas.openxmlformats.org/drawingml/2006/main">
              <a:ext uri="{FF2B5EF4-FFF2-40B4-BE49-F238E27FC236}">
                <a16:creationId xmlns:a16="http://schemas.microsoft.com/office/drawing/2014/main" id="{ECB60A95-1307-433F-A15B-5D95274124E6}"/>
              </a:ext>
            </a:extLst>
          </p:cNvPr>
          <p:cNvSpPr>
            <a:spLocks xmlns:a="http://schemas.openxmlformats.org/drawingml/2006/main" noGrp="1"/>
          </p:cNvSpPr>
          <p:nvPr/>
        </p:nvSpPr>
        <p:spPr>
          <a:xfrm xmlns:a="http://schemas.openxmlformats.org/drawingml/2006/main">
            <a:off x="3429000" y="247650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defRPr sz="1125" b="1">
                <a:solidFill>
                  <a:srgbClr val="596176"/>
                </a:solidFill>
                <a:latin typeface="Arial"/>
                <a:ea typeface="Arial"/>
                <a:cs typeface="Arial"/>
              </a:defRPr>
            </a:defPPr>
            <a:lvl1pPr>
              <a:defRPr sz="1125" b="1">
                <a:solidFill>
                  <a:srgbClr val="596176"/>
                </a:solidFill>
                <a:latin typeface="Arial"/>
                <a:ea typeface="Arial"/>
                <a:cs typeface="Arial"/>
              </a:defRPr>
            </a:lvl1pPr>
            <a:lvl2pPr>
              <a:defRPr sz="1125" b="1">
                <a:solidFill>
                  <a:srgbClr val="596176"/>
                </a:solidFill>
                <a:latin typeface="Arial"/>
                <a:ea typeface="Arial"/>
                <a:cs typeface="Arial"/>
              </a:defRPr>
            </a:lvl2pPr>
            <a:lvl3pPr>
              <a:defRPr sz="1125" b="1">
                <a:solidFill>
                  <a:srgbClr val="596176"/>
                </a:solidFill>
                <a:latin typeface="Arial"/>
                <a:ea typeface="Arial"/>
                <a:cs typeface="Arial"/>
              </a:defRPr>
            </a:lvl3pPr>
            <a:lvl4pPr>
              <a:defRPr sz="1125" b="1">
                <a:solidFill>
                  <a:srgbClr val="596176"/>
                </a:solidFill>
                <a:latin typeface="Arial"/>
                <a:ea typeface="Arial"/>
                <a:cs typeface="Arial"/>
              </a:defRPr>
            </a:lvl4pPr>
            <a:lvl5pPr>
              <a:defRPr sz="1125" b="1">
                <a:solidFill>
                  <a:srgbClr val="596176"/>
                </a:solidFill>
                <a:latin typeface="Arial"/>
                <a:ea typeface="Arial"/>
                <a:cs typeface="Arial"/>
              </a:defRPr>
            </a:lvl5pPr>
            <a:lvl6pPr>
              <a:defRPr sz="1125" b="1">
                <a:solidFill>
                  <a:srgbClr val="596176"/>
                </a:solidFill>
                <a:latin typeface="Arial"/>
                <a:ea typeface="Arial"/>
                <a:cs typeface="Arial"/>
              </a:defRPr>
            </a:lvl6pPr>
            <a:lvl7pPr>
              <a:defRPr sz="1125" b="1">
                <a:solidFill>
                  <a:srgbClr val="596176"/>
                </a:solidFill>
                <a:latin typeface="Arial"/>
                <a:ea typeface="Arial"/>
                <a:cs typeface="Arial"/>
              </a:defRPr>
            </a:lvl7pPr>
            <a:lvl8pPr>
              <a:defRPr sz="1125" b="1">
                <a:solidFill>
                  <a:srgbClr val="596176"/>
                </a:solidFill>
                <a:latin typeface="Arial"/>
                <a:ea typeface="Arial"/>
                <a:cs typeface="Arial"/>
              </a:defRPr>
            </a:lvl8pPr>
            <a:lvl9pPr>
              <a:defRPr sz="1125" b="1">
                <a:solidFill>
                  <a:srgbClr val="596176"/>
                </a:solidFill>
                <a:latin typeface="Arial"/>
                <a:ea typeface="Arial"/>
                <a:cs typeface="Arial"/>
              </a:defRPr>
            </a:lvl9pPr>
          </a:lstStyle>
          <a:p xmlns:a="http://schemas.openxmlformats.org/drawingml/2006/main">
            <a:pPr>
              <a:defRPr sz="1125" b="1">
                <a:solidFill>
                  <a:srgbClr val="596176"/>
                </a:solidFill>
                <a:latin typeface="Arial"/>
                <a:ea typeface="Arial"/>
                <a:cs typeface="Arial"/>
              </a:defRPr>
            </a:pPr>
            <a:r>
              <a:rPr sz="1125" b="1">
                <a:solidFill>
                  <a:srgbClr val="596176"/>
                </a:solidFill>
                <a:latin typeface="Arial"/>
                <a:ea typeface="Arial"/>
                <a:cs typeface="Arial"/>
              </a:rPr>
              <a:t>AUC</a:t>
            </a:r>
          </a:p>
        </p:txBody>
      </p:sp>
      <p:sp>
        <p:nvSpPr>
          <p:cNvPr id="8" name="model-head-2">
            <a:extLst xmlns:a="http://schemas.openxmlformats.org/drawingml/2006/main">
              <a:ext uri="{FF2B5EF4-FFF2-40B4-BE49-F238E27FC236}">
                <a16:creationId xmlns:a16="http://schemas.microsoft.com/office/drawing/2014/main" id="{691EED3C-0988-41A9-8F03-48068DF91AEF}"/>
              </a:ext>
            </a:extLst>
          </p:cNvPr>
          <p:cNvSpPr>
            <a:spLocks xmlns:a="http://schemas.openxmlformats.org/drawingml/2006/main" noGrp="1"/>
          </p:cNvSpPr>
          <p:nvPr/>
        </p:nvSpPr>
        <p:spPr>
          <a:xfrm xmlns:a="http://schemas.openxmlformats.org/drawingml/2006/main">
            <a:off x="5429250" y="24765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defRPr sz="1125" b="1">
                <a:solidFill>
                  <a:srgbClr val="596176"/>
                </a:solidFill>
                <a:latin typeface="Arial"/>
                <a:ea typeface="Arial"/>
                <a:cs typeface="Arial"/>
              </a:defRPr>
            </a:defPPr>
            <a:lvl1pPr>
              <a:defRPr sz="1125" b="1">
                <a:solidFill>
                  <a:srgbClr val="596176"/>
                </a:solidFill>
                <a:latin typeface="Arial"/>
                <a:ea typeface="Arial"/>
                <a:cs typeface="Arial"/>
              </a:defRPr>
            </a:lvl1pPr>
            <a:lvl2pPr>
              <a:defRPr sz="1125" b="1">
                <a:solidFill>
                  <a:srgbClr val="596176"/>
                </a:solidFill>
                <a:latin typeface="Arial"/>
                <a:ea typeface="Arial"/>
                <a:cs typeface="Arial"/>
              </a:defRPr>
            </a:lvl2pPr>
            <a:lvl3pPr>
              <a:defRPr sz="1125" b="1">
                <a:solidFill>
                  <a:srgbClr val="596176"/>
                </a:solidFill>
                <a:latin typeface="Arial"/>
                <a:ea typeface="Arial"/>
                <a:cs typeface="Arial"/>
              </a:defRPr>
            </a:lvl3pPr>
            <a:lvl4pPr>
              <a:defRPr sz="1125" b="1">
                <a:solidFill>
                  <a:srgbClr val="596176"/>
                </a:solidFill>
                <a:latin typeface="Arial"/>
                <a:ea typeface="Arial"/>
                <a:cs typeface="Arial"/>
              </a:defRPr>
            </a:lvl4pPr>
            <a:lvl5pPr>
              <a:defRPr sz="1125" b="1">
                <a:solidFill>
                  <a:srgbClr val="596176"/>
                </a:solidFill>
                <a:latin typeface="Arial"/>
                <a:ea typeface="Arial"/>
                <a:cs typeface="Arial"/>
              </a:defRPr>
            </a:lvl5pPr>
            <a:lvl6pPr>
              <a:defRPr sz="1125" b="1">
                <a:solidFill>
                  <a:srgbClr val="596176"/>
                </a:solidFill>
                <a:latin typeface="Arial"/>
                <a:ea typeface="Arial"/>
                <a:cs typeface="Arial"/>
              </a:defRPr>
            </a:lvl6pPr>
            <a:lvl7pPr>
              <a:defRPr sz="1125" b="1">
                <a:solidFill>
                  <a:srgbClr val="596176"/>
                </a:solidFill>
                <a:latin typeface="Arial"/>
                <a:ea typeface="Arial"/>
                <a:cs typeface="Arial"/>
              </a:defRPr>
            </a:lvl7pPr>
            <a:lvl8pPr>
              <a:defRPr sz="1125" b="1">
                <a:solidFill>
                  <a:srgbClr val="596176"/>
                </a:solidFill>
                <a:latin typeface="Arial"/>
                <a:ea typeface="Arial"/>
                <a:cs typeface="Arial"/>
              </a:defRPr>
            </a:lvl8pPr>
            <a:lvl9pPr>
              <a:defRPr sz="1125" b="1">
                <a:solidFill>
                  <a:srgbClr val="596176"/>
                </a:solidFill>
                <a:latin typeface="Arial"/>
                <a:ea typeface="Arial"/>
                <a:cs typeface="Arial"/>
              </a:defRPr>
            </a:lvl9pPr>
          </a:lstStyle>
          <a:p xmlns:a="http://schemas.openxmlformats.org/drawingml/2006/main">
            <a:pPr>
              <a:defRPr sz="1125" b="1">
                <a:solidFill>
                  <a:srgbClr val="596176"/>
                </a:solidFill>
                <a:latin typeface="Arial"/>
                <a:ea typeface="Arial"/>
                <a:cs typeface="Arial"/>
              </a:defRPr>
            </a:pPr>
            <a:r>
              <a:rPr sz="1125" b="1">
                <a:solidFill>
                  <a:srgbClr val="596176"/>
                </a:solidFill>
                <a:latin typeface="Arial"/>
                <a:ea typeface="Arial"/>
                <a:cs typeface="Arial"/>
              </a:rPr>
              <a:t>ACCURACY</a:t>
            </a:r>
          </a:p>
        </p:txBody>
      </p:sp>
      <p:sp>
        <p:nvSpPr>
          <p:cNvPr id="9" name="model-head-3">
            <a:extLst xmlns:a="http://schemas.openxmlformats.org/drawingml/2006/main">
              <a:ext uri="{FF2B5EF4-FFF2-40B4-BE49-F238E27FC236}">
                <a16:creationId xmlns:a16="http://schemas.microsoft.com/office/drawing/2014/main" id="{BB170571-F83B-4B09-B608-C62C54D504D0}"/>
              </a:ext>
            </a:extLst>
          </p:cNvPr>
          <p:cNvSpPr>
            <a:spLocks xmlns:a="http://schemas.openxmlformats.org/drawingml/2006/main" noGrp="1"/>
          </p:cNvSpPr>
          <p:nvPr/>
        </p:nvSpPr>
        <p:spPr>
          <a:xfrm xmlns:a="http://schemas.openxmlformats.org/drawingml/2006/main">
            <a:off x="7524750" y="24765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defRPr sz="1125" b="1">
                <a:solidFill>
                  <a:srgbClr val="596176"/>
                </a:solidFill>
                <a:latin typeface="Arial"/>
                <a:ea typeface="Arial"/>
                <a:cs typeface="Arial"/>
              </a:defRPr>
            </a:defPPr>
            <a:lvl1pPr>
              <a:defRPr sz="1125" b="1">
                <a:solidFill>
                  <a:srgbClr val="596176"/>
                </a:solidFill>
                <a:latin typeface="Arial"/>
                <a:ea typeface="Arial"/>
                <a:cs typeface="Arial"/>
              </a:defRPr>
            </a:lvl1pPr>
            <a:lvl2pPr>
              <a:defRPr sz="1125" b="1">
                <a:solidFill>
                  <a:srgbClr val="596176"/>
                </a:solidFill>
                <a:latin typeface="Arial"/>
                <a:ea typeface="Arial"/>
                <a:cs typeface="Arial"/>
              </a:defRPr>
            </a:lvl2pPr>
            <a:lvl3pPr>
              <a:defRPr sz="1125" b="1">
                <a:solidFill>
                  <a:srgbClr val="596176"/>
                </a:solidFill>
                <a:latin typeface="Arial"/>
                <a:ea typeface="Arial"/>
                <a:cs typeface="Arial"/>
              </a:defRPr>
            </a:lvl3pPr>
            <a:lvl4pPr>
              <a:defRPr sz="1125" b="1">
                <a:solidFill>
                  <a:srgbClr val="596176"/>
                </a:solidFill>
                <a:latin typeface="Arial"/>
                <a:ea typeface="Arial"/>
                <a:cs typeface="Arial"/>
              </a:defRPr>
            </a:lvl4pPr>
            <a:lvl5pPr>
              <a:defRPr sz="1125" b="1">
                <a:solidFill>
                  <a:srgbClr val="596176"/>
                </a:solidFill>
                <a:latin typeface="Arial"/>
                <a:ea typeface="Arial"/>
                <a:cs typeface="Arial"/>
              </a:defRPr>
            </a:lvl5pPr>
            <a:lvl6pPr>
              <a:defRPr sz="1125" b="1">
                <a:solidFill>
                  <a:srgbClr val="596176"/>
                </a:solidFill>
                <a:latin typeface="Arial"/>
                <a:ea typeface="Arial"/>
                <a:cs typeface="Arial"/>
              </a:defRPr>
            </a:lvl6pPr>
            <a:lvl7pPr>
              <a:defRPr sz="1125" b="1">
                <a:solidFill>
                  <a:srgbClr val="596176"/>
                </a:solidFill>
                <a:latin typeface="Arial"/>
                <a:ea typeface="Arial"/>
                <a:cs typeface="Arial"/>
              </a:defRPr>
            </a:lvl7pPr>
            <a:lvl8pPr>
              <a:defRPr sz="1125" b="1">
                <a:solidFill>
                  <a:srgbClr val="596176"/>
                </a:solidFill>
                <a:latin typeface="Arial"/>
                <a:ea typeface="Arial"/>
                <a:cs typeface="Arial"/>
              </a:defRPr>
            </a:lvl8pPr>
            <a:lvl9pPr>
              <a:defRPr sz="1125" b="1">
                <a:solidFill>
                  <a:srgbClr val="596176"/>
                </a:solidFill>
                <a:latin typeface="Arial"/>
                <a:ea typeface="Arial"/>
                <a:cs typeface="Arial"/>
              </a:defRPr>
            </a:lvl9pPr>
          </a:lstStyle>
          <a:p xmlns:a="http://schemas.openxmlformats.org/drawingml/2006/main">
            <a:pPr>
              <a:defRPr sz="1125" b="1">
                <a:solidFill>
                  <a:srgbClr val="596176"/>
                </a:solidFill>
                <a:latin typeface="Arial"/>
                <a:ea typeface="Arial"/>
                <a:cs typeface="Arial"/>
              </a:defRPr>
            </a:pPr>
            <a:r>
              <a:rPr sz="1125" b="1">
                <a:solidFill>
                  <a:srgbClr val="596176"/>
                </a:solidFill>
                <a:latin typeface="Arial"/>
                <a:ea typeface="Arial"/>
                <a:cs typeface="Arial"/>
              </a:rPr>
              <a:t>PRECISION</a:t>
            </a:r>
          </a:p>
        </p:txBody>
      </p:sp>
      <p:sp>
        <p:nvSpPr>
          <p:cNvPr id="10" name="model-head-4">
            <a:extLst xmlns:a="http://schemas.openxmlformats.org/drawingml/2006/main">
              <a:ext uri="{FF2B5EF4-FFF2-40B4-BE49-F238E27FC236}">
                <a16:creationId xmlns:a16="http://schemas.microsoft.com/office/drawing/2014/main" id="{4C272C20-3172-4FCE-AB4F-FC26798BE39A}"/>
              </a:ext>
            </a:extLst>
          </p:cNvPr>
          <p:cNvSpPr>
            <a:spLocks xmlns:a="http://schemas.openxmlformats.org/drawingml/2006/main" noGrp="1"/>
          </p:cNvSpPr>
          <p:nvPr/>
        </p:nvSpPr>
        <p:spPr>
          <a:xfrm xmlns:a="http://schemas.openxmlformats.org/drawingml/2006/main">
            <a:off x="9525000" y="247650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defRPr sz="1125" b="1">
                <a:solidFill>
                  <a:srgbClr val="596176"/>
                </a:solidFill>
                <a:latin typeface="Arial"/>
                <a:ea typeface="Arial"/>
                <a:cs typeface="Arial"/>
              </a:defRPr>
            </a:defPPr>
            <a:lvl1pPr>
              <a:defRPr sz="1125" b="1">
                <a:solidFill>
                  <a:srgbClr val="596176"/>
                </a:solidFill>
                <a:latin typeface="Arial"/>
                <a:ea typeface="Arial"/>
                <a:cs typeface="Arial"/>
              </a:defRPr>
            </a:lvl1pPr>
            <a:lvl2pPr>
              <a:defRPr sz="1125" b="1">
                <a:solidFill>
                  <a:srgbClr val="596176"/>
                </a:solidFill>
                <a:latin typeface="Arial"/>
                <a:ea typeface="Arial"/>
                <a:cs typeface="Arial"/>
              </a:defRPr>
            </a:lvl2pPr>
            <a:lvl3pPr>
              <a:defRPr sz="1125" b="1">
                <a:solidFill>
                  <a:srgbClr val="596176"/>
                </a:solidFill>
                <a:latin typeface="Arial"/>
                <a:ea typeface="Arial"/>
                <a:cs typeface="Arial"/>
              </a:defRPr>
            </a:lvl3pPr>
            <a:lvl4pPr>
              <a:defRPr sz="1125" b="1">
                <a:solidFill>
                  <a:srgbClr val="596176"/>
                </a:solidFill>
                <a:latin typeface="Arial"/>
                <a:ea typeface="Arial"/>
                <a:cs typeface="Arial"/>
              </a:defRPr>
            </a:lvl4pPr>
            <a:lvl5pPr>
              <a:defRPr sz="1125" b="1">
                <a:solidFill>
                  <a:srgbClr val="596176"/>
                </a:solidFill>
                <a:latin typeface="Arial"/>
                <a:ea typeface="Arial"/>
                <a:cs typeface="Arial"/>
              </a:defRPr>
            </a:lvl5pPr>
            <a:lvl6pPr>
              <a:defRPr sz="1125" b="1">
                <a:solidFill>
                  <a:srgbClr val="596176"/>
                </a:solidFill>
                <a:latin typeface="Arial"/>
                <a:ea typeface="Arial"/>
                <a:cs typeface="Arial"/>
              </a:defRPr>
            </a:lvl6pPr>
            <a:lvl7pPr>
              <a:defRPr sz="1125" b="1">
                <a:solidFill>
                  <a:srgbClr val="596176"/>
                </a:solidFill>
                <a:latin typeface="Arial"/>
                <a:ea typeface="Arial"/>
                <a:cs typeface="Arial"/>
              </a:defRPr>
            </a:lvl7pPr>
            <a:lvl8pPr>
              <a:defRPr sz="1125" b="1">
                <a:solidFill>
                  <a:srgbClr val="596176"/>
                </a:solidFill>
                <a:latin typeface="Arial"/>
                <a:ea typeface="Arial"/>
                <a:cs typeface="Arial"/>
              </a:defRPr>
            </a:lvl8pPr>
            <a:lvl9pPr>
              <a:defRPr sz="1125" b="1">
                <a:solidFill>
                  <a:srgbClr val="596176"/>
                </a:solidFill>
                <a:latin typeface="Arial"/>
                <a:ea typeface="Arial"/>
                <a:cs typeface="Arial"/>
              </a:defRPr>
            </a:lvl9pPr>
          </a:lstStyle>
          <a:p xmlns:a="http://schemas.openxmlformats.org/drawingml/2006/main">
            <a:pPr>
              <a:defRPr sz="1125" b="1">
                <a:solidFill>
                  <a:srgbClr val="596176"/>
                </a:solidFill>
                <a:latin typeface="Arial"/>
                <a:ea typeface="Arial"/>
                <a:cs typeface="Arial"/>
              </a:defRPr>
            </a:pPr>
            <a:r>
              <a:rPr sz="1125" b="1">
                <a:solidFill>
                  <a:srgbClr val="596176"/>
                </a:solidFill>
                <a:latin typeface="Arial"/>
                <a:ea typeface="Arial"/>
                <a:cs typeface="Arial"/>
              </a:rPr>
              <a:t>RECALL</a:t>
            </a:r>
          </a:p>
        </p:txBody>
      </p:sp>
      <p:sp>
        <p:nvSpPr>
          <p:cNvPr id="11" name="model-name-0">
            <a:extLst xmlns:a="http://schemas.openxmlformats.org/drawingml/2006/main">
              <a:ext uri="{FF2B5EF4-FFF2-40B4-BE49-F238E27FC236}">
                <a16:creationId xmlns:a16="http://schemas.microsoft.com/office/drawing/2014/main" id="{EFAA9AB6-A374-4C0E-B7BD-2EC7E9F22B8B}"/>
              </a:ext>
            </a:extLst>
          </p:cNvPr>
          <p:cNvSpPr>
            <a:spLocks xmlns:a="http://schemas.openxmlformats.org/drawingml/2006/main" noGrp="1"/>
          </p:cNvSpPr>
          <p:nvPr/>
        </p:nvSpPr>
        <p:spPr>
          <a:xfrm xmlns:a="http://schemas.openxmlformats.org/drawingml/2006/main">
            <a:off x="762000" y="3028950"/>
            <a:ext cx="2476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defRPr sz="1650" b="1">
                <a:solidFill>
                  <a:srgbClr val="713BCC"/>
                </a:solidFill>
                <a:latin typeface="Arial"/>
                <a:ea typeface="Arial"/>
                <a:cs typeface="Arial"/>
              </a:defRPr>
            </a:defPPr>
            <a:lvl1pPr>
              <a:defRPr sz="1650" b="1">
                <a:solidFill>
                  <a:srgbClr val="713BCC"/>
                </a:solidFill>
                <a:latin typeface="Arial"/>
                <a:ea typeface="Arial"/>
                <a:cs typeface="Arial"/>
              </a:defRPr>
            </a:lvl1pPr>
            <a:lvl2pPr>
              <a:defRPr sz="1650" b="1">
                <a:solidFill>
                  <a:srgbClr val="713BCC"/>
                </a:solidFill>
                <a:latin typeface="Arial"/>
                <a:ea typeface="Arial"/>
                <a:cs typeface="Arial"/>
              </a:defRPr>
            </a:lvl2pPr>
            <a:lvl3pPr>
              <a:defRPr sz="1650" b="1">
                <a:solidFill>
                  <a:srgbClr val="713BCC"/>
                </a:solidFill>
                <a:latin typeface="Arial"/>
                <a:ea typeface="Arial"/>
                <a:cs typeface="Arial"/>
              </a:defRPr>
            </a:lvl3pPr>
            <a:lvl4pPr>
              <a:defRPr sz="1650" b="1">
                <a:solidFill>
                  <a:srgbClr val="713BCC"/>
                </a:solidFill>
                <a:latin typeface="Arial"/>
                <a:ea typeface="Arial"/>
                <a:cs typeface="Arial"/>
              </a:defRPr>
            </a:lvl4pPr>
            <a:lvl5pPr>
              <a:defRPr sz="1650" b="1">
                <a:solidFill>
                  <a:srgbClr val="713BCC"/>
                </a:solidFill>
                <a:latin typeface="Arial"/>
                <a:ea typeface="Arial"/>
                <a:cs typeface="Arial"/>
              </a:defRPr>
            </a:lvl5pPr>
            <a:lvl6pPr>
              <a:defRPr sz="1650" b="1">
                <a:solidFill>
                  <a:srgbClr val="713BCC"/>
                </a:solidFill>
                <a:latin typeface="Arial"/>
                <a:ea typeface="Arial"/>
                <a:cs typeface="Arial"/>
              </a:defRPr>
            </a:lvl6pPr>
            <a:lvl7pPr>
              <a:defRPr sz="1650" b="1">
                <a:solidFill>
                  <a:srgbClr val="713BCC"/>
                </a:solidFill>
                <a:latin typeface="Arial"/>
                <a:ea typeface="Arial"/>
                <a:cs typeface="Arial"/>
              </a:defRPr>
            </a:lvl7pPr>
            <a:lvl8pPr>
              <a:defRPr sz="1650" b="1">
                <a:solidFill>
                  <a:srgbClr val="713BCC"/>
                </a:solidFill>
                <a:latin typeface="Arial"/>
                <a:ea typeface="Arial"/>
                <a:cs typeface="Arial"/>
              </a:defRPr>
            </a:lvl8pPr>
            <a:lvl9pPr>
              <a:defRPr sz="1650" b="1">
                <a:solidFill>
                  <a:srgbClr val="713BCC"/>
                </a:solidFill>
                <a:latin typeface="Arial"/>
                <a:ea typeface="Arial"/>
                <a:cs typeface="Arial"/>
              </a:defRPr>
            </a:lvl9pPr>
          </a:lstStyle>
          <a:p xmlns:a="http://schemas.openxmlformats.org/drawingml/2006/main">
            <a:pPr>
              <a:defRPr sz="1650" b="1">
                <a:solidFill>
                  <a:srgbClr val="713BCC"/>
                </a:solidFill>
                <a:latin typeface="Arial"/>
                <a:ea typeface="Arial"/>
                <a:cs typeface="Arial"/>
              </a:defRPr>
            </a:pPr>
            <a:r>
              <a:rPr sz="1650" b="1">
                <a:solidFill>
                  <a:srgbClr val="713BCC"/>
                </a:solidFill>
                <a:latin typeface="Arial"/>
                <a:ea typeface="Arial"/>
                <a:cs typeface="Arial"/>
              </a:rPr>
              <a:t>Logistic regression</a:t>
            </a:r>
          </a:p>
        </p:txBody>
      </p:sp>
      <p:sp>
        <p:nvSpPr>
          <p:cNvPr id="12" name="model-value-0-1">
            <a:extLst xmlns:a="http://schemas.openxmlformats.org/drawingml/2006/main">
              <a:ext uri="{FF2B5EF4-FFF2-40B4-BE49-F238E27FC236}">
                <a16:creationId xmlns:a16="http://schemas.microsoft.com/office/drawing/2014/main" id="{CC16151E-AA84-4AB3-A282-A9F5EE976346}"/>
              </a:ext>
            </a:extLst>
          </p:cNvPr>
          <p:cNvSpPr>
            <a:spLocks xmlns:a="http://schemas.openxmlformats.org/drawingml/2006/main" noGrp="1"/>
          </p:cNvSpPr>
          <p:nvPr/>
        </p:nvSpPr>
        <p:spPr>
          <a:xfrm xmlns:a="http://schemas.openxmlformats.org/drawingml/2006/main">
            <a:off x="3429000" y="3028950"/>
            <a:ext cx="171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defRPr sz="1800" b="1">
                <a:solidFill>
                  <a:srgbClr val="10152B"/>
                </a:solidFill>
                <a:latin typeface="Arial"/>
                <a:ea typeface="Arial"/>
                <a:cs typeface="Arial"/>
              </a:defRPr>
            </a:defPPr>
            <a:lvl1pPr>
              <a:defRPr sz="1800" b="1">
                <a:solidFill>
                  <a:srgbClr val="10152B"/>
                </a:solidFill>
                <a:latin typeface="Arial"/>
                <a:ea typeface="Arial"/>
                <a:cs typeface="Arial"/>
              </a:defRPr>
            </a:lvl1pPr>
            <a:lvl2pPr>
              <a:defRPr sz="1800" b="1">
                <a:solidFill>
                  <a:srgbClr val="10152B"/>
                </a:solidFill>
                <a:latin typeface="Arial"/>
                <a:ea typeface="Arial"/>
                <a:cs typeface="Arial"/>
              </a:defRPr>
            </a:lvl2pPr>
            <a:lvl3pPr>
              <a:defRPr sz="1800" b="1">
                <a:solidFill>
                  <a:srgbClr val="10152B"/>
                </a:solidFill>
                <a:latin typeface="Arial"/>
                <a:ea typeface="Arial"/>
                <a:cs typeface="Arial"/>
              </a:defRPr>
            </a:lvl3pPr>
            <a:lvl4pPr>
              <a:defRPr sz="1800" b="1">
                <a:solidFill>
                  <a:srgbClr val="10152B"/>
                </a:solidFill>
                <a:latin typeface="Arial"/>
                <a:ea typeface="Arial"/>
                <a:cs typeface="Arial"/>
              </a:defRPr>
            </a:lvl4pPr>
            <a:lvl5pPr>
              <a:defRPr sz="1800" b="1">
                <a:solidFill>
                  <a:srgbClr val="10152B"/>
                </a:solidFill>
                <a:latin typeface="Arial"/>
                <a:ea typeface="Arial"/>
                <a:cs typeface="Arial"/>
              </a:defRPr>
            </a:lvl5pPr>
            <a:lvl6pPr>
              <a:defRPr sz="1800" b="1">
                <a:solidFill>
                  <a:srgbClr val="10152B"/>
                </a:solidFill>
                <a:latin typeface="Arial"/>
                <a:ea typeface="Arial"/>
                <a:cs typeface="Arial"/>
              </a:defRPr>
            </a:lvl6pPr>
            <a:lvl7pPr>
              <a:defRPr sz="1800" b="1">
                <a:solidFill>
                  <a:srgbClr val="10152B"/>
                </a:solidFill>
                <a:latin typeface="Arial"/>
                <a:ea typeface="Arial"/>
                <a:cs typeface="Arial"/>
              </a:defRPr>
            </a:lvl7pPr>
            <a:lvl8pPr>
              <a:defRPr sz="1800" b="1">
                <a:solidFill>
                  <a:srgbClr val="10152B"/>
                </a:solidFill>
                <a:latin typeface="Arial"/>
                <a:ea typeface="Arial"/>
                <a:cs typeface="Arial"/>
              </a:defRPr>
            </a:lvl8pPr>
            <a:lvl9pPr>
              <a:defRPr sz="1800" b="1">
                <a:solidFill>
                  <a:srgbClr val="10152B"/>
                </a:solidFill>
                <a:latin typeface="Arial"/>
                <a:ea typeface="Arial"/>
                <a:cs typeface="Arial"/>
              </a:defRPr>
            </a:lvl9pPr>
          </a:lstStyle>
          <a:p xmlns:a="http://schemas.openxmlformats.org/drawingml/2006/main">
            <a:pPr>
              <a:defRPr sz="1800" b="1">
                <a:solidFill>
                  <a:srgbClr val="10152B"/>
                </a:solidFill>
                <a:latin typeface="Arial"/>
                <a:ea typeface="Arial"/>
                <a:cs typeface="Arial"/>
              </a:defRPr>
            </a:pPr>
            <a:r>
              <a:rPr sz="1800" b="1">
                <a:solidFill>
                  <a:srgbClr val="10152B"/>
                </a:solidFill>
                <a:latin typeface="Arial"/>
                <a:ea typeface="Arial"/>
                <a:cs typeface="Arial"/>
              </a:rPr>
              <a:t>0.891</a:t>
            </a:r>
          </a:p>
        </p:txBody>
      </p:sp>
      <p:sp>
        <p:nvSpPr>
          <p:cNvPr id="13" name="model-value-0-2">
            <a:extLst xmlns:a="http://schemas.openxmlformats.org/drawingml/2006/main">
              <a:ext uri="{FF2B5EF4-FFF2-40B4-BE49-F238E27FC236}">
                <a16:creationId xmlns:a16="http://schemas.microsoft.com/office/drawing/2014/main" id="{4D6CC61F-4592-44E3-8BD9-1C190295AE7D}"/>
              </a:ext>
            </a:extLst>
          </p:cNvPr>
          <p:cNvSpPr>
            <a:spLocks xmlns:a="http://schemas.openxmlformats.org/drawingml/2006/main" noGrp="1"/>
          </p:cNvSpPr>
          <p:nvPr/>
        </p:nvSpPr>
        <p:spPr>
          <a:xfrm xmlns:a="http://schemas.openxmlformats.org/drawingml/2006/main">
            <a:off x="5429250" y="3028950"/>
            <a:ext cx="1809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defRPr sz="1800" b="1">
                <a:solidFill>
                  <a:srgbClr val="10152B"/>
                </a:solidFill>
                <a:latin typeface="Arial"/>
                <a:ea typeface="Arial"/>
                <a:cs typeface="Arial"/>
              </a:defRPr>
            </a:defPPr>
            <a:lvl1pPr>
              <a:defRPr sz="1800" b="1">
                <a:solidFill>
                  <a:srgbClr val="10152B"/>
                </a:solidFill>
                <a:latin typeface="Arial"/>
                <a:ea typeface="Arial"/>
                <a:cs typeface="Arial"/>
              </a:defRPr>
            </a:lvl1pPr>
            <a:lvl2pPr>
              <a:defRPr sz="1800" b="1">
                <a:solidFill>
                  <a:srgbClr val="10152B"/>
                </a:solidFill>
                <a:latin typeface="Arial"/>
                <a:ea typeface="Arial"/>
                <a:cs typeface="Arial"/>
              </a:defRPr>
            </a:lvl2pPr>
            <a:lvl3pPr>
              <a:defRPr sz="1800" b="1">
                <a:solidFill>
                  <a:srgbClr val="10152B"/>
                </a:solidFill>
                <a:latin typeface="Arial"/>
                <a:ea typeface="Arial"/>
                <a:cs typeface="Arial"/>
              </a:defRPr>
            </a:lvl3pPr>
            <a:lvl4pPr>
              <a:defRPr sz="1800" b="1">
                <a:solidFill>
                  <a:srgbClr val="10152B"/>
                </a:solidFill>
                <a:latin typeface="Arial"/>
                <a:ea typeface="Arial"/>
                <a:cs typeface="Arial"/>
              </a:defRPr>
            </a:lvl4pPr>
            <a:lvl5pPr>
              <a:defRPr sz="1800" b="1">
                <a:solidFill>
                  <a:srgbClr val="10152B"/>
                </a:solidFill>
                <a:latin typeface="Arial"/>
                <a:ea typeface="Arial"/>
                <a:cs typeface="Arial"/>
              </a:defRPr>
            </a:lvl5pPr>
            <a:lvl6pPr>
              <a:defRPr sz="1800" b="1">
                <a:solidFill>
                  <a:srgbClr val="10152B"/>
                </a:solidFill>
                <a:latin typeface="Arial"/>
                <a:ea typeface="Arial"/>
                <a:cs typeface="Arial"/>
              </a:defRPr>
            </a:lvl6pPr>
            <a:lvl7pPr>
              <a:defRPr sz="1800" b="1">
                <a:solidFill>
                  <a:srgbClr val="10152B"/>
                </a:solidFill>
                <a:latin typeface="Arial"/>
                <a:ea typeface="Arial"/>
                <a:cs typeface="Arial"/>
              </a:defRPr>
            </a:lvl7pPr>
            <a:lvl8pPr>
              <a:defRPr sz="1800" b="1">
                <a:solidFill>
                  <a:srgbClr val="10152B"/>
                </a:solidFill>
                <a:latin typeface="Arial"/>
                <a:ea typeface="Arial"/>
                <a:cs typeface="Arial"/>
              </a:defRPr>
            </a:lvl8pPr>
            <a:lvl9pPr>
              <a:defRPr sz="1800" b="1">
                <a:solidFill>
                  <a:srgbClr val="10152B"/>
                </a:solidFill>
                <a:latin typeface="Arial"/>
                <a:ea typeface="Arial"/>
                <a:cs typeface="Arial"/>
              </a:defRPr>
            </a:lvl9pPr>
          </a:lstStyle>
          <a:p xmlns:a="http://schemas.openxmlformats.org/drawingml/2006/main">
            <a:pPr>
              <a:defRPr sz="1800" b="1">
                <a:solidFill>
                  <a:srgbClr val="10152B"/>
                </a:solidFill>
                <a:latin typeface="Arial"/>
                <a:ea typeface="Arial"/>
                <a:cs typeface="Arial"/>
              </a:defRPr>
            </a:pPr>
            <a:r>
              <a:rPr sz="1800" b="1">
                <a:solidFill>
                  <a:srgbClr val="10152B"/>
                </a:solidFill>
                <a:latin typeface="Arial"/>
                <a:ea typeface="Arial"/>
                <a:cs typeface="Arial"/>
              </a:rPr>
              <a:t>84.7%</a:t>
            </a:r>
          </a:p>
        </p:txBody>
      </p:sp>
      <p:sp>
        <p:nvSpPr>
          <p:cNvPr id="14" name="model-value-0-3">
            <a:extLst xmlns:a="http://schemas.openxmlformats.org/drawingml/2006/main">
              <a:ext uri="{FF2B5EF4-FFF2-40B4-BE49-F238E27FC236}">
                <a16:creationId xmlns:a16="http://schemas.microsoft.com/office/drawing/2014/main" id="{FD187F7E-57E6-4E56-8ED3-7CBF4750A7E7}"/>
              </a:ext>
            </a:extLst>
          </p:cNvPr>
          <p:cNvSpPr>
            <a:spLocks xmlns:a="http://schemas.openxmlformats.org/drawingml/2006/main" noGrp="1"/>
          </p:cNvSpPr>
          <p:nvPr/>
        </p:nvSpPr>
        <p:spPr>
          <a:xfrm xmlns:a="http://schemas.openxmlformats.org/drawingml/2006/main">
            <a:off x="7524750" y="3028950"/>
            <a:ext cx="1809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defRPr sz="1800" b="1">
                <a:solidFill>
                  <a:srgbClr val="10152B"/>
                </a:solidFill>
                <a:latin typeface="Arial"/>
                <a:ea typeface="Arial"/>
                <a:cs typeface="Arial"/>
              </a:defRPr>
            </a:defPPr>
            <a:lvl1pPr>
              <a:defRPr sz="1800" b="1">
                <a:solidFill>
                  <a:srgbClr val="10152B"/>
                </a:solidFill>
                <a:latin typeface="Arial"/>
                <a:ea typeface="Arial"/>
                <a:cs typeface="Arial"/>
              </a:defRPr>
            </a:lvl1pPr>
            <a:lvl2pPr>
              <a:defRPr sz="1800" b="1">
                <a:solidFill>
                  <a:srgbClr val="10152B"/>
                </a:solidFill>
                <a:latin typeface="Arial"/>
                <a:ea typeface="Arial"/>
                <a:cs typeface="Arial"/>
              </a:defRPr>
            </a:lvl2pPr>
            <a:lvl3pPr>
              <a:defRPr sz="1800" b="1">
                <a:solidFill>
                  <a:srgbClr val="10152B"/>
                </a:solidFill>
                <a:latin typeface="Arial"/>
                <a:ea typeface="Arial"/>
                <a:cs typeface="Arial"/>
              </a:defRPr>
            </a:lvl3pPr>
            <a:lvl4pPr>
              <a:defRPr sz="1800" b="1">
                <a:solidFill>
                  <a:srgbClr val="10152B"/>
                </a:solidFill>
                <a:latin typeface="Arial"/>
                <a:ea typeface="Arial"/>
                <a:cs typeface="Arial"/>
              </a:defRPr>
            </a:lvl4pPr>
            <a:lvl5pPr>
              <a:defRPr sz="1800" b="1">
                <a:solidFill>
                  <a:srgbClr val="10152B"/>
                </a:solidFill>
                <a:latin typeface="Arial"/>
                <a:ea typeface="Arial"/>
                <a:cs typeface="Arial"/>
              </a:defRPr>
            </a:lvl5pPr>
            <a:lvl6pPr>
              <a:defRPr sz="1800" b="1">
                <a:solidFill>
                  <a:srgbClr val="10152B"/>
                </a:solidFill>
                <a:latin typeface="Arial"/>
                <a:ea typeface="Arial"/>
                <a:cs typeface="Arial"/>
              </a:defRPr>
            </a:lvl6pPr>
            <a:lvl7pPr>
              <a:defRPr sz="1800" b="1">
                <a:solidFill>
                  <a:srgbClr val="10152B"/>
                </a:solidFill>
                <a:latin typeface="Arial"/>
                <a:ea typeface="Arial"/>
                <a:cs typeface="Arial"/>
              </a:defRPr>
            </a:lvl7pPr>
            <a:lvl8pPr>
              <a:defRPr sz="1800" b="1">
                <a:solidFill>
                  <a:srgbClr val="10152B"/>
                </a:solidFill>
                <a:latin typeface="Arial"/>
                <a:ea typeface="Arial"/>
                <a:cs typeface="Arial"/>
              </a:defRPr>
            </a:lvl8pPr>
            <a:lvl9pPr>
              <a:defRPr sz="1800" b="1">
                <a:solidFill>
                  <a:srgbClr val="10152B"/>
                </a:solidFill>
                <a:latin typeface="Arial"/>
                <a:ea typeface="Arial"/>
                <a:cs typeface="Arial"/>
              </a:defRPr>
            </a:lvl9pPr>
          </a:lstStyle>
          <a:p xmlns:a="http://schemas.openxmlformats.org/drawingml/2006/main">
            <a:pPr>
              <a:defRPr sz="1800" b="1">
                <a:solidFill>
                  <a:srgbClr val="10152B"/>
                </a:solidFill>
                <a:latin typeface="Arial"/>
                <a:ea typeface="Arial"/>
                <a:cs typeface="Arial"/>
              </a:defRPr>
            </a:pPr>
            <a:r>
              <a:rPr sz="1800" b="1">
                <a:solidFill>
                  <a:srgbClr val="10152B"/>
                </a:solidFill>
                <a:latin typeface="Arial"/>
                <a:ea typeface="Arial"/>
                <a:cs typeface="Arial"/>
              </a:rPr>
              <a:t>71.4%</a:t>
            </a:r>
          </a:p>
        </p:txBody>
      </p:sp>
      <p:sp>
        <p:nvSpPr>
          <p:cNvPr id="15" name="model-value-0-4">
            <a:extLst xmlns:a="http://schemas.openxmlformats.org/drawingml/2006/main">
              <a:ext uri="{FF2B5EF4-FFF2-40B4-BE49-F238E27FC236}">
                <a16:creationId xmlns:a16="http://schemas.microsoft.com/office/drawing/2014/main" id="{3E76D2A2-2428-492D-8202-72C28C1D2026}"/>
              </a:ext>
            </a:extLst>
          </p:cNvPr>
          <p:cNvSpPr>
            <a:spLocks xmlns:a="http://schemas.openxmlformats.org/drawingml/2006/main" noGrp="1"/>
          </p:cNvSpPr>
          <p:nvPr/>
        </p:nvSpPr>
        <p:spPr>
          <a:xfrm xmlns:a="http://schemas.openxmlformats.org/drawingml/2006/main">
            <a:off x="9525000" y="3028950"/>
            <a:ext cx="171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defRPr sz="1800" b="1">
                <a:solidFill>
                  <a:srgbClr val="10152B"/>
                </a:solidFill>
                <a:latin typeface="Arial"/>
                <a:ea typeface="Arial"/>
                <a:cs typeface="Arial"/>
              </a:defRPr>
            </a:defPPr>
            <a:lvl1pPr>
              <a:defRPr sz="1800" b="1">
                <a:solidFill>
                  <a:srgbClr val="10152B"/>
                </a:solidFill>
                <a:latin typeface="Arial"/>
                <a:ea typeface="Arial"/>
                <a:cs typeface="Arial"/>
              </a:defRPr>
            </a:lvl1pPr>
            <a:lvl2pPr>
              <a:defRPr sz="1800" b="1">
                <a:solidFill>
                  <a:srgbClr val="10152B"/>
                </a:solidFill>
                <a:latin typeface="Arial"/>
                <a:ea typeface="Arial"/>
                <a:cs typeface="Arial"/>
              </a:defRPr>
            </a:lvl2pPr>
            <a:lvl3pPr>
              <a:defRPr sz="1800" b="1">
                <a:solidFill>
                  <a:srgbClr val="10152B"/>
                </a:solidFill>
                <a:latin typeface="Arial"/>
                <a:ea typeface="Arial"/>
                <a:cs typeface="Arial"/>
              </a:defRPr>
            </a:lvl3pPr>
            <a:lvl4pPr>
              <a:defRPr sz="1800" b="1">
                <a:solidFill>
                  <a:srgbClr val="10152B"/>
                </a:solidFill>
                <a:latin typeface="Arial"/>
                <a:ea typeface="Arial"/>
                <a:cs typeface="Arial"/>
              </a:defRPr>
            </a:lvl4pPr>
            <a:lvl5pPr>
              <a:defRPr sz="1800" b="1">
                <a:solidFill>
                  <a:srgbClr val="10152B"/>
                </a:solidFill>
                <a:latin typeface="Arial"/>
                <a:ea typeface="Arial"/>
                <a:cs typeface="Arial"/>
              </a:defRPr>
            </a:lvl5pPr>
            <a:lvl6pPr>
              <a:defRPr sz="1800" b="1">
                <a:solidFill>
                  <a:srgbClr val="10152B"/>
                </a:solidFill>
                <a:latin typeface="Arial"/>
                <a:ea typeface="Arial"/>
                <a:cs typeface="Arial"/>
              </a:defRPr>
            </a:lvl6pPr>
            <a:lvl7pPr>
              <a:defRPr sz="1800" b="1">
                <a:solidFill>
                  <a:srgbClr val="10152B"/>
                </a:solidFill>
                <a:latin typeface="Arial"/>
                <a:ea typeface="Arial"/>
                <a:cs typeface="Arial"/>
              </a:defRPr>
            </a:lvl7pPr>
            <a:lvl8pPr>
              <a:defRPr sz="1800" b="1">
                <a:solidFill>
                  <a:srgbClr val="10152B"/>
                </a:solidFill>
                <a:latin typeface="Arial"/>
                <a:ea typeface="Arial"/>
                <a:cs typeface="Arial"/>
              </a:defRPr>
            </a:lvl8pPr>
            <a:lvl9pPr>
              <a:defRPr sz="1800" b="1">
                <a:solidFill>
                  <a:srgbClr val="10152B"/>
                </a:solidFill>
                <a:latin typeface="Arial"/>
                <a:ea typeface="Arial"/>
                <a:cs typeface="Arial"/>
              </a:defRPr>
            </a:lvl9pPr>
          </a:lstStyle>
          <a:p xmlns:a="http://schemas.openxmlformats.org/drawingml/2006/main">
            <a:pPr>
              <a:defRPr sz="1800" b="1">
                <a:solidFill>
                  <a:srgbClr val="10152B"/>
                </a:solidFill>
                <a:latin typeface="Arial"/>
                <a:ea typeface="Arial"/>
                <a:cs typeface="Arial"/>
              </a:defRPr>
            </a:pPr>
            <a:r>
              <a:rPr sz="1800" b="1">
                <a:solidFill>
                  <a:srgbClr val="10152B"/>
                </a:solidFill>
                <a:latin typeface="Arial"/>
                <a:ea typeface="Arial"/>
                <a:cs typeface="Arial"/>
              </a:rPr>
              <a:t>46.1%</a:t>
            </a:r>
          </a:p>
        </p:txBody>
      </p:sp>
      <p:sp>
        <p:nvSpPr>
          <p:cNvPr id="16" name="model-line-0">
            <a:extLst xmlns:a="http://schemas.openxmlformats.org/drawingml/2006/main">
              <a:ext uri="{FF2B5EF4-FFF2-40B4-BE49-F238E27FC236}">
                <a16:creationId xmlns:a16="http://schemas.microsoft.com/office/drawing/2014/main" id="{4EFCF007-F723-40F2-AD08-9771D95841F8}"/>
              </a:ext>
            </a:extLst>
          </p:cNvPr>
          <p:cNvSpPr>
            <a:spLocks xmlns:a="http://schemas.openxmlformats.org/drawingml/2006/main" noGrp="1"/>
          </p:cNvSpPr>
          <p:nvPr/>
        </p:nvSpPr>
        <p:spPr>
          <a:xfrm xmlns:a="http://schemas.openxmlformats.org/drawingml/2006/main">
            <a:off x="762000" y="3638550"/>
            <a:ext cx="10477500" cy="0"/>
          </a:xfrm>
          <a:prstGeom xmlns:a="http://schemas.openxmlformats.org/drawingml/2006/main" prst="line">
            <a:avLst/>
          </a:prstGeom>
          <a:noFill xmlns:a="http://schemas.openxmlformats.org/drawingml/2006/main"/>
          <a:ln xmlns:a="http://schemas.openxmlformats.org/drawingml/2006/main" w="19050">
            <a:solidFill>
              <a:srgbClr val="D9DCE7"/>
            </a:solidFill>
            <a:prstDash val="solid"/>
          </a:ln>
        </p:spPr>
      </p:sp>
      <p:sp>
        <p:nvSpPr>
          <p:cNvPr id="17" name="model-name-1">
            <a:extLst xmlns:a="http://schemas.openxmlformats.org/drawingml/2006/main">
              <a:ext uri="{FF2B5EF4-FFF2-40B4-BE49-F238E27FC236}">
                <a16:creationId xmlns:a16="http://schemas.microsoft.com/office/drawing/2014/main" id="{ECFD0D6D-5B34-4669-960E-6DFA6E865932}"/>
              </a:ext>
            </a:extLst>
          </p:cNvPr>
          <p:cNvSpPr>
            <a:spLocks xmlns:a="http://schemas.openxmlformats.org/drawingml/2006/main" noGrp="1"/>
          </p:cNvSpPr>
          <p:nvPr/>
        </p:nvSpPr>
        <p:spPr>
          <a:xfrm xmlns:a="http://schemas.openxmlformats.org/drawingml/2006/main">
            <a:off x="762000" y="3905250"/>
            <a:ext cx="2476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defRPr sz="1650" b="1">
                <a:solidFill>
                  <a:srgbClr val="596176"/>
                </a:solidFill>
                <a:latin typeface="Arial"/>
                <a:ea typeface="Arial"/>
                <a:cs typeface="Arial"/>
              </a:defRPr>
            </a:defPPr>
            <a:lvl1pPr>
              <a:defRPr sz="1650" b="1">
                <a:solidFill>
                  <a:srgbClr val="596176"/>
                </a:solidFill>
                <a:latin typeface="Arial"/>
                <a:ea typeface="Arial"/>
                <a:cs typeface="Arial"/>
              </a:defRPr>
            </a:lvl1pPr>
            <a:lvl2pPr>
              <a:defRPr sz="1650" b="1">
                <a:solidFill>
                  <a:srgbClr val="596176"/>
                </a:solidFill>
                <a:latin typeface="Arial"/>
                <a:ea typeface="Arial"/>
                <a:cs typeface="Arial"/>
              </a:defRPr>
            </a:lvl2pPr>
            <a:lvl3pPr>
              <a:defRPr sz="1650" b="1">
                <a:solidFill>
                  <a:srgbClr val="596176"/>
                </a:solidFill>
                <a:latin typeface="Arial"/>
                <a:ea typeface="Arial"/>
                <a:cs typeface="Arial"/>
              </a:defRPr>
            </a:lvl3pPr>
            <a:lvl4pPr>
              <a:defRPr sz="1650" b="1">
                <a:solidFill>
                  <a:srgbClr val="596176"/>
                </a:solidFill>
                <a:latin typeface="Arial"/>
                <a:ea typeface="Arial"/>
                <a:cs typeface="Arial"/>
              </a:defRPr>
            </a:lvl4pPr>
            <a:lvl5pPr>
              <a:defRPr sz="1650" b="1">
                <a:solidFill>
                  <a:srgbClr val="596176"/>
                </a:solidFill>
                <a:latin typeface="Arial"/>
                <a:ea typeface="Arial"/>
                <a:cs typeface="Arial"/>
              </a:defRPr>
            </a:lvl5pPr>
            <a:lvl6pPr>
              <a:defRPr sz="1650" b="1">
                <a:solidFill>
                  <a:srgbClr val="596176"/>
                </a:solidFill>
                <a:latin typeface="Arial"/>
                <a:ea typeface="Arial"/>
                <a:cs typeface="Arial"/>
              </a:defRPr>
            </a:lvl6pPr>
            <a:lvl7pPr>
              <a:defRPr sz="1650" b="1">
                <a:solidFill>
                  <a:srgbClr val="596176"/>
                </a:solidFill>
                <a:latin typeface="Arial"/>
                <a:ea typeface="Arial"/>
                <a:cs typeface="Arial"/>
              </a:defRPr>
            </a:lvl7pPr>
            <a:lvl8pPr>
              <a:defRPr sz="1650" b="1">
                <a:solidFill>
                  <a:srgbClr val="596176"/>
                </a:solidFill>
                <a:latin typeface="Arial"/>
                <a:ea typeface="Arial"/>
                <a:cs typeface="Arial"/>
              </a:defRPr>
            </a:lvl8pPr>
            <a:lvl9pPr>
              <a:defRPr sz="1650" b="1">
                <a:solidFill>
                  <a:srgbClr val="596176"/>
                </a:solidFill>
                <a:latin typeface="Arial"/>
                <a:ea typeface="Arial"/>
                <a:cs typeface="Arial"/>
              </a:defRPr>
            </a:lvl9pPr>
          </a:lstStyle>
          <a:p xmlns:a="http://schemas.openxmlformats.org/drawingml/2006/main">
            <a:pPr>
              <a:defRPr sz="1650" b="1">
                <a:solidFill>
                  <a:srgbClr val="596176"/>
                </a:solidFill>
                <a:latin typeface="Arial"/>
                <a:ea typeface="Arial"/>
                <a:cs typeface="Arial"/>
              </a:defRPr>
            </a:pPr>
            <a:r>
              <a:rPr sz="1650" b="1">
                <a:solidFill>
                  <a:srgbClr val="596176"/>
                </a:solidFill>
                <a:latin typeface="Arial"/>
                <a:ea typeface="Arial"/>
                <a:cs typeface="Arial"/>
              </a:rPr>
              <a:t>Decision tree</a:t>
            </a:r>
          </a:p>
        </p:txBody>
      </p:sp>
      <p:sp>
        <p:nvSpPr>
          <p:cNvPr id="18" name="model-value-1-1">
            <a:extLst xmlns:a="http://schemas.openxmlformats.org/drawingml/2006/main">
              <a:ext uri="{FF2B5EF4-FFF2-40B4-BE49-F238E27FC236}">
                <a16:creationId xmlns:a16="http://schemas.microsoft.com/office/drawing/2014/main" id="{3BD899C3-0C42-4644-A8D6-884BCC654514}"/>
              </a:ext>
            </a:extLst>
          </p:cNvPr>
          <p:cNvSpPr>
            <a:spLocks xmlns:a="http://schemas.openxmlformats.org/drawingml/2006/main" noGrp="1"/>
          </p:cNvSpPr>
          <p:nvPr/>
        </p:nvSpPr>
        <p:spPr>
          <a:xfrm xmlns:a="http://schemas.openxmlformats.org/drawingml/2006/main">
            <a:off x="3429000" y="3905250"/>
            <a:ext cx="171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defRPr sz="1800" b="0">
                <a:solidFill>
                  <a:srgbClr val="10152B"/>
                </a:solidFill>
                <a:latin typeface="Arial"/>
                <a:ea typeface="Arial"/>
                <a:cs typeface="Arial"/>
              </a:defRPr>
            </a:defPPr>
            <a:lvl1pPr>
              <a:defRPr sz="1800" b="0">
                <a:solidFill>
                  <a:srgbClr val="10152B"/>
                </a:solidFill>
                <a:latin typeface="Arial"/>
                <a:ea typeface="Arial"/>
                <a:cs typeface="Arial"/>
              </a:defRPr>
            </a:lvl1pPr>
            <a:lvl2pPr>
              <a:defRPr sz="1800" b="0">
                <a:solidFill>
                  <a:srgbClr val="10152B"/>
                </a:solidFill>
                <a:latin typeface="Arial"/>
                <a:ea typeface="Arial"/>
                <a:cs typeface="Arial"/>
              </a:defRPr>
            </a:lvl2pPr>
            <a:lvl3pPr>
              <a:defRPr sz="1800" b="0">
                <a:solidFill>
                  <a:srgbClr val="10152B"/>
                </a:solidFill>
                <a:latin typeface="Arial"/>
                <a:ea typeface="Arial"/>
                <a:cs typeface="Arial"/>
              </a:defRPr>
            </a:lvl3pPr>
            <a:lvl4pPr>
              <a:defRPr sz="1800" b="0">
                <a:solidFill>
                  <a:srgbClr val="10152B"/>
                </a:solidFill>
                <a:latin typeface="Arial"/>
                <a:ea typeface="Arial"/>
                <a:cs typeface="Arial"/>
              </a:defRPr>
            </a:lvl4pPr>
            <a:lvl5pPr>
              <a:defRPr sz="1800" b="0">
                <a:solidFill>
                  <a:srgbClr val="10152B"/>
                </a:solidFill>
                <a:latin typeface="Arial"/>
                <a:ea typeface="Arial"/>
                <a:cs typeface="Arial"/>
              </a:defRPr>
            </a:lvl5pPr>
            <a:lvl6pPr>
              <a:defRPr sz="1800" b="0">
                <a:solidFill>
                  <a:srgbClr val="10152B"/>
                </a:solidFill>
                <a:latin typeface="Arial"/>
                <a:ea typeface="Arial"/>
                <a:cs typeface="Arial"/>
              </a:defRPr>
            </a:lvl6pPr>
            <a:lvl7pPr>
              <a:defRPr sz="1800" b="0">
                <a:solidFill>
                  <a:srgbClr val="10152B"/>
                </a:solidFill>
                <a:latin typeface="Arial"/>
                <a:ea typeface="Arial"/>
                <a:cs typeface="Arial"/>
              </a:defRPr>
            </a:lvl7pPr>
            <a:lvl8pPr>
              <a:defRPr sz="1800" b="0">
                <a:solidFill>
                  <a:srgbClr val="10152B"/>
                </a:solidFill>
                <a:latin typeface="Arial"/>
                <a:ea typeface="Arial"/>
                <a:cs typeface="Arial"/>
              </a:defRPr>
            </a:lvl8pPr>
            <a:lvl9pPr>
              <a:defRPr sz="1800" b="0">
                <a:solidFill>
                  <a:srgbClr val="10152B"/>
                </a:solidFill>
                <a:latin typeface="Arial"/>
                <a:ea typeface="Arial"/>
                <a:cs typeface="Arial"/>
              </a:defRPr>
            </a:lvl9pPr>
          </a:lstStyle>
          <a:p xmlns:a="http://schemas.openxmlformats.org/drawingml/2006/main">
            <a:pPr>
              <a:defRPr sz="1800" b="0">
                <a:solidFill>
                  <a:srgbClr val="10152B"/>
                </a:solidFill>
                <a:latin typeface="Arial"/>
                <a:ea typeface="Arial"/>
                <a:cs typeface="Arial"/>
              </a:defRPr>
            </a:pPr>
            <a:r>
              <a:rPr sz="1800" b="0">
                <a:solidFill>
                  <a:srgbClr val="10152B"/>
                </a:solidFill>
                <a:latin typeface="Arial"/>
                <a:ea typeface="Arial"/>
                <a:cs typeface="Arial"/>
              </a:rPr>
              <a:t>0.648</a:t>
            </a:r>
          </a:p>
        </p:txBody>
      </p:sp>
      <p:sp>
        <p:nvSpPr>
          <p:cNvPr id="19" name="model-value-1-2">
            <a:extLst xmlns:a="http://schemas.openxmlformats.org/drawingml/2006/main">
              <a:ext uri="{FF2B5EF4-FFF2-40B4-BE49-F238E27FC236}">
                <a16:creationId xmlns:a16="http://schemas.microsoft.com/office/drawing/2014/main" id="{28FEE09B-FAA0-4837-97C7-E8387F99792A}"/>
              </a:ext>
            </a:extLst>
          </p:cNvPr>
          <p:cNvSpPr>
            <a:spLocks xmlns:a="http://schemas.openxmlformats.org/drawingml/2006/main" noGrp="1"/>
          </p:cNvSpPr>
          <p:nvPr/>
        </p:nvSpPr>
        <p:spPr>
          <a:xfrm xmlns:a="http://schemas.openxmlformats.org/drawingml/2006/main">
            <a:off x="5429250" y="3905250"/>
            <a:ext cx="1809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defRPr sz="1800" b="0">
                <a:solidFill>
                  <a:srgbClr val="10152B"/>
                </a:solidFill>
                <a:latin typeface="Arial"/>
                <a:ea typeface="Arial"/>
                <a:cs typeface="Arial"/>
              </a:defRPr>
            </a:defPPr>
            <a:lvl1pPr>
              <a:defRPr sz="1800" b="0">
                <a:solidFill>
                  <a:srgbClr val="10152B"/>
                </a:solidFill>
                <a:latin typeface="Arial"/>
                <a:ea typeface="Arial"/>
                <a:cs typeface="Arial"/>
              </a:defRPr>
            </a:lvl1pPr>
            <a:lvl2pPr>
              <a:defRPr sz="1800" b="0">
                <a:solidFill>
                  <a:srgbClr val="10152B"/>
                </a:solidFill>
                <a:latin typeface="Arial"/>
                <a:ea typeface="Arial"/>
                <a:cs typeface="Arial"/>
              </a:defRPr>
            </a:lvl2pPr>
            <a:lvl3pPr>
              <a:defRPr sz="1800" b="0">
                <a:solidFill>
                  <a:srgbClr val="10152B"/>
                </a:solidFill>
                <a:latin typeface="Arial"/>
                <a:ea typeface="Arial"/>
                <a:cs typeface="Arial"/>
              </a:defRPr>
            </a:lvl3pPr>
            <a:lvl4pPr>
              <a:defRPr sz="1800" b="0">
                <a:solidFill>
                  <a:srgbClr val="10152B"/>
                </a:solidFill>
                <a:latin typeface="Arial"/>
                <a:ea typeface="Arial"/>
                <a:cs typeface="Arial"/>
              </a:defRPr>
            </a:lvl4pPr>
            <a:lvl5pPr>
              <a:defRPr sz="1800" b="0">
                <a:solidFill>
                  <a:srgbClr val="10152B"/>
                </a:solidFill>
                <a:latin typeface="Arial"/>
                <a:ea typeface="Arial"/>
                <a:cs typeface="Arial"/>
              </a:defRPr>
            </a:lvl5pPr>
            <a:lvl6pPr>
              <a:defRPr sz="1800" b="0">
                <a:solidFill>
                  <a:srgbClr val="10152B"/>
                </a:solidFill>
                <a:latin typeface="Arial"/>
                <a:ea typeface="Arial"/>
                <a:cs typeface="Arial"/>
              </a:defRPr>
            </a:lvl6pPr>
            <a:lvl7pPr>
              <a:defRPr sz="1800" b="0">
                <a:solidFill>
                  <a:srgbClr val="10152B"/>
                </a:solidFill>
                <a:latin typeface="Arial"/>
                <a:ea typeface="Arial"/>
                <a:cs typeface="Arial"/>
              </a:defRPr>
            </a:lvl7pPr>
            <a:lvl8pPr>
              <a:defRPr sz="1800" b="0">
                <a:solidFill>
                  <a:srgbClr val="10152B"/>
                </a:solidFill>
                <a:latin typeface="Arial"/>
                <a:ea typeface="Arial"/>
                <a:cs typeface="Arial"/>
              </a:defRPr>
            </a:lvl8pPr>
            <a:lvl9pPr>
              <a:defRPr sz="1800" b="0">
                <a:solidFill>
                  <a:srgbClr val="10152B"/>
                </a:solidFill>
                <a:latin typeface="Arial"/>
                <a:ea typeface="Arial"/>
                <a:cs typeface="Arial"/>
              </a:defRPr>
            </a:lvl9pPr>
          </a:lstStyle>
          <a:p xmlns:a="http://schemas.openxmlformats.org/drawingml/2006/main">
            <a:pPr>
              <a:defRPr sz="1800" b="0">
                <a:solidFill>
                  <a:srgbClr val="10152B"/>
                </a:solidFill>
                <a:latin typeface="Arial"/>
                <a:ea typeface="Arial"/>
                <a:cs typeface="Arial"/>
              </a:defRPr>
            </a:pPr>
            <a:r>
              <a:rPr sz="1800" b="0">
                <a:solidFill>
                  <a:srgbClr val="10152B"/>
                </a:solidFill>
                <a:latin typeface="Arial"/>
                <a:ea typeface="Arial"/>
                <a:cs typeface="Arial"/>
              </a:rPr>
              <a:t>76.9%</a:t>
            </a:r>
          </a:p>
        </p:txBody>
      </p:sp>
      <p:sp>
        <p:nvSpPr>
          <p:cNvPr id="20" name="model-value-1-3">
            <a:extLst xmlns:a="http://schemas.openxmlformats.org/drawingml/2006/main">
              <a:ext uri="{FF2B5EF4-FFF2-40B4-BE49-F238E27FC236}">
                <a16:creationId xmlns:a16="http://schemas.microsoft.com/office/drawing/2014/main" id="{C5319508-A215-44B6-82EC-CBBDD81988CD}"/>
              </a:ext>
            </a:extLst>
          </p:cNvPr>
          <p:cNvSpPr>
            <a:spLocks xmlns:a="http://schemas.openxmlformats.org/drawingml/2006/main" noGrp="1"/>
          </p:cNvSpPr>
          <p:nvPr/>
        </p:nvSpPr>
        <p:spPr>
          <a:xfrm xmlns:a="http://schemas.openxmlformats.org/drawingml/2006/main">
            <a:off x="7524750" y="3905250"/>
            <a:ext cx="1809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defRPr sz="1800" b="0">
                <a:solidFill>
                  <a:srgbClr val="10152B"/>
                </a:solidFill>
                <a:latin typeface="Arial"/>
                <a:ea typeface="Arial"/>
                <a:cs typeface="Arial"/>
              </a:defRPr>
            </a:defPPr>
            <a:lvl1pPr>
              <a:defRPr sz="1800" b="0">
                <a:solidFill>
                  <a:srgbClr val="10152B"/>
                </a:solidFill>
                <a:latin typeface="Arial"/>
                <a:ea typeface="Arial"/>
                <a:cs typeface="Arial"/>
              </a:defRPr>
            </a:lvl1pPr>
            <a:lvl2pPr>
              <a:defRPr sz="1800" b="0">
                <a:solidFill>
                  <a:srgbClr val="10152B"/>
                </a:solidFill>
                <a:latin typeface="Arial"/>
                <a:ea typeface="Arial"/>
                <a:cs typeface="Arial"/>
              </a:defRPr>
            </a:lvl2pPr>
            <a:lvl3pPr>
              <a:defRPr sz="1800" b="0">
                <a:solidFill>
                  <a:srgbClr val="10152B"/>
                </a:solidFill>
                <a:latin typeface="Arial"/>
                <a:ea typeface="Arial"/>
                <a:cs typeface="Arial"/>
              </a:defRPr>
            </a:lvl3pPr>
            <a:lvl4pPr>
              <a:defRPr sz="1800" b="0">
                <a:solidFill>
                  <a:srgbClr val="10152B"/>
                </a:solidFill>
                <a:latin typeface="Arial"/>
                <a:ea typeface="Arial"/>
                <a:cs typeface="Arial"/>
              </a:defRPr>
            </a:lvl4pPr>
            <a:lvl5pPr>
              <a:defRPr sz="1800" b="0">
                <a:solidFill>
                  <a:srgbClr val="10152B"/>
                </a:solidFill>
                <a:latin typeface="Arial"/>
                <a:ea typeface="Arial"/>
                <a:cs typeface="Arial"/>
              </a:defRPr>
            </a:lvl5pPr>
            <a:lvl6pPr>
              <a:defRPr sz="1800" b="0">
                <a:solidFill>
                  <a:srgbClr val="10152B"/>
                </a:solidFill>
                <a:latin typeface="Arial"/>
                <a:ea typeface="Arial"/>
                <a:cs typeface="Arial"/>
              </a:defRPr>
            </a:lvl6pPr>
            <a:lvl7pPr>
              <a:defRPr sz="1800" b="0">
                <a:solidFill>
                  <a:srgbClr val="10152B"/>
                </a:solidFill>
                <a:latin typeface="Arial"/>
                <a:ea typeface="Arial"/>
                <a:cs typeface="Arial"/>
              </a:defRPr>
            </a:lvl7pPr>
            <a:lvl8pPr>
              <a:defRPr sz="1800" b="0">
                <a:solidFill>
                  <a:srgbClr val="10152B"/>
                </a:solidFill>
                <a:latin typeface="Arial"/>
                <a:ea typeface="Arial"/>
                <a:cs typeface="Arial"/>
              </a:defRPr>
            </a:lvl8pPr>
            <a:lvl9pPr>
              <a:defRPr sz="1800" b="0">
                <a:solidFill>
                  <a:srgbClr val="10152B"/>
                </a:solidFill>
                <a:latin typeface="Arial"/>
                <a:ea typeface="Arial"/>
                <a:cs typeface="Arial"/>
              </a:defRPr>
            </a:lvl9pPr>
          </a:lstStyle>
          <a:p xmlns:a="http://schemas.openxmlformats.org/drawingml/2006/main">
            <a:pPr>
              <a:defRPr sz="1800" b="0">
                <a:solidFill>
                  <a:srgbClr val="10152B"/>
                </a:solidFill>
                <a:latin typeface="Arial"/>
                <a:ea typeface="Arial"/>
                <a:cs typeface="Arial"/>
              </a:defRPr>
            </a:pPr>
            <a:r>
              <a:rPr sz="1800" b="0">
                <a:solidFill>
                  <a:srgbClr val="10152B"/>
                </a:solidFill>
                <a:latin typeface="Arial"/>
                <a:ea typeface="Arial"/>
                <a:cs typeface="Arial"/>
              </a:rPr>
              <a:t>45.1%</a:t>
            </a:r>
          </a:p>
        </p:txBody>
      </p:sp>
      <p:sp>
        <p:nvSpPr>
          <p:cNvPr id="21" name="model-value-1-4">
            <a:extLst xmlns:a="http://schemas.openxmlformats.org/drawingml/2006/main">
              <a:ext uri="{FF2B5EF4-FFF2-40B4-BE49-F238E27FC236}">
                <a16:creationId xmlns:a16="http://schemas.microsoft.com/office/drawing/2014/main" id="{3E464EA6-E34E-4FB5-AF42-1AAA628B147F}"/>
              </a:ext>
            </a:extLst>
          </p:cNvPr>
          <p:cNvSpPr>
            <a:spLocks xmlns:a="http://schemas.openxmlformats.org/drawingml/2006/main" noGrp="1"/>
          </p:cNvSpPr>
          <p:nvPr/>
        </p:nvSpPr>
        <p:spPr>
          <a:xfrm xmlns:a="http://schemas.openxmlformats.org/drawingml/2006/main">
            <a:off x="9525000" y="3905250"/>
            <a:ext cx="171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defRPr sz="1800" b="0">
                <a:solidFill>
                  <a:srgbClr val="10152B"/>
                </a:solidFill>
                <a:latin typeface="Arial"/>
                <a:ea typeface="Arial"/>
                <a:cs typeface="Arial"/>
              </a:defRPr>
            </a:defPPr>
            <a:lvl1pPr>
              <a:defRPr sz="1800" b="0">
                <a:solidFill>
                  <a:srgbClr val="10152B"/>
                </a:solidFill>
                <a:latin typeface="Arial"/>
                <a:ea typeface="Arial"/>
                <a:cs typeface="Arial"/>
              </a:defRPr>
            </a:lvl1pPr>
            <a:lvl2pPr>
              <a:defRPr sz="1800" b="0">
                <a:solidFill>
                  <a:srgbClr val="10152B"/>
                </a:solidFill>
                <a:latin typeface="Arial"/>
                <a:ea typeface="Arial"/>
                <a:cs typeface="Arial"/>
              </a:defRPr>
            </a:lvl2pPr>
            <a:lvl3pPr>
              <a:defRPr sz="1800" b="0">
                <a:solidFill>
                  <a:srgbClr val="10152B"/>
                </a:solidFill>
                <a:latin typeface="Arial"/>
                <a:ea typeface="Arial"/>
                <a:cs typeface="Arial"/>
              </a:defRPr>
            </a:lvl3pPr>
            <a:lvl4pPr>
              <a:defRPr sz="1800" b="0">
                <a:solidFill>
                  <a:srgbClr val="10152B"/>
                </a:solidFill>
                <a:latin typeface="Arial"/>
                <a:ea typeface="Arial"/>
                <a:cs typeface="Arial"/>
              </a:defRPr>
            </a:lvl4pPr>
            <a:lvl5pPr>
              <a:defRPr sz="1800" b="0">
                <a:solidFill>
                  <a:srgbClr val="10152B"/>
                </a:solidFill>
                <a:latin typeface="Arial"/>
                <a:ea typeface="Arial"/>
                <a:cs typeface="Arial"/>
              </a:defRPr>
            </a:lvl5pPr>
            <a:lvl6pPr>
              <a:defRPr sz="1800" b="0">
                <a:solidFill>
                  <a:srgbClr val="10152B"/>
                </a:solidFill>
                <a:latin typeface="Arial"/>
                <a:ea typeface="Arial"/>
                <a:cs typeface="Arial"/>
              </a:defRPr>
            </a:lvl6pPr>
            <a:lvl7pPr>
              <a:defRPr sz="1800" b="0">
                <a:solidFill>
                  <a:srgbClr val="10152B"/>
                </a:solidFill>
                <a:latin typeface="Arial"/>
                <a:ea typeface="Arial"/>
                <a:cs typeface="Arial"/>
              </a:defRPr>
            </a:lvl7pPr>
            <a:lvl8pPr>
              <a:defRPr sz="1800" b="0">
                <a:solidFill>
                  <a:srgbClr val="10152B"/>
                </a:solidFill>
                <a:latin typeface="Arial"/>
                <a:ea typeface="Arial"/>
                <a:cs typeface="Arial"/>
              </a:defRPr>
            </a:lvl8pPr>
            <a:lvl9pPr>
              <a:defRPr sz="1800" b="0">
                <a:solidFill>
                  <a:srgbClr val="10152B"/>
                </a:solidFill>
                <a:latin typeface="Arial"/>
                <a:ea typeface="Arial"/>
                <a:cs typeface="Arial"/>
              </a:defRPr>
            </a:lvl9pPr>
          </a:lstStyle>
          <a:p xmlns:a="http://schemas.openxmlformats.org/drawingml/2006/main">
            <a:pPr>
              <a:defRPr sz="1800" b="0">
                <a:solidFill>
                  <a:srgbClr val="10152B"/>
                </a:solidFill>
                <a:latin typeface="Arial"/>
                <a:ea typeface="Arial"/>
                <a:cs typeface="Arial"/>
              </a:defRPr>
            </a:pPr>
            <a:r>
              <a:rPr sz="1800" b="0">
                <a:solidFill>
                  <a:srgbClr val="10152B"/>
                </a:solidFill>
                <a:latin typeface="Arial"/>
                <a:ea typeface="Arial"/>
                <a:cs typeface="Arial"/>
              </a:rPr>
              <a:t>42.1%</a:t>
            </a:r>
          </a:p>
        </p:txBody>
      </p:sp>
      <p:sp>
        <p:nvSpPr>
          <p:cNvPr id="22" name="model-line-1">
            <a:extLst xmlns:a="http://schemas.openxmlformats.org/drawingml/2006/main">
              <a:ext uri="{FF2B5EF4-FFF2-40B4-BE49-F238E27FC236}">
                <a16:creationId xmlns:a16="http://schemas.microsoft.com/office/drawing/2014/main" id="{1175C183-752B-49D2-B3DD-EA0936646AD3}"/>
              </a:ext>
            </a:extLst>
          </p:cNvPr>
          <p:cNvSpPr>
            <a:spLocks xmlns:a="http://schemas.openxmlformats.org/drawingml/2006/main" noGrp="1"/>
          </p:cNvSpPr>
          <p:nvPr/>
        </p:nvSpPr>
        <p:spPr>
          <a:xfrm xmlns:a="http://schemas.openxmlformats.org/drawingml/2006/main">
            <a:off x="762000" y="4514850"/>
            <a:ext cx="10477500" cy="0"/>
          </a:xfrm>
          <a:prstGeom xmlns:a="http://schemas.openxmlformats.org/drawingml/2006/main" prst="line">
            <a:avLst/>
          </a:prstGeom>
          <a:noFill xmlns:a="http://schemas.openxmlformats.org/drawingml/2006/main"/>
          <a:ln xmlns:a="http://schemas.openxmlformats.org/drawingml/2006/main" w="19050">
            <a:solidFill>
              <a:srgbClr val="D9DCE7"/>
            </a:solidFill>
            <a:prstDash val="solid"/>
          </a:ln>
        </p:spPr>
      </p:sp>
      <p:sp>
        <p:nvSpPr>
          <p:cNvPr id="23" name="confusion-head">
            <a:extLst xmlns:a="http://schemas.openxmlformats.org/drawingml/2006/main">
              <a:ext uri="{FF2B5EF4-FFF2-40B4-BE49-F238E27FC236}">
                <a16:creationId xmlns:a16="http://schemas.microsoft.com/office/drawing/2014/main" id="{F73878DC-ADA4-4F06-804E-EF8BC9C4A9A7}"/>
              </a:ext>
            </a:extLst>
          </p:cNvPr>
          <p:cNvSpPr>
            <a:spLocks xmlns:a="http://schemas.openxmlformats.org/drawingml/2006/main" noGrp="1"/>
          </p:cNvSpPr>
          <p:nvPr/>
        </p:nvSpPr>
        <p:spPr>
          <a:xfrm xmlns:a="http://schemas.openxmlformats.org/drawingml/2006/main">
            <a:off x="762000" y="4953000"/>
            <a:ext cx="571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defRPr sz="1200" b="1">
                <a:solidFill>
                  <a:srgbClr val="188F75"/>
                </a:solidFill>
                <a:latin typeface="Arial"/>
                <a:ea typeface="Arial"/>
                <a:cs typeface="Arial"/>
              </a:defRPr>
            </a:defPPr>
            <a:lvl1pPr>
              <a:defRPr sz="1200" b="1">
                <a:solidFill>
                  <a:srgbClr val="188F75"/>
                </a:solidFill>
                <a:latin typeface="Arial"/>
                <a:ea typeface="Arial"/>
                <a:cs typeface="Arial"/>
              </a:defRPr>
            </a:lvl1pPr>
            <a:lvl2pPr>
              <a:defRPr sz="1200" b="1">
                <a:solidFill>
                  <a:srgbClr val="188F75"/>
                </a:solidFill>
                <a:latin typeface="Arial"/>
                <a:ea typeface="Arial"/>
                <a:cs typeface="Arial"/>
              </a:defRPr>
            </a:lvl2pPr>
            <a:lvl3pPr>
              <a:defRPr sz="1200" b="1">
                <a:solidFill>
                  <a:srgbClr val="188F75"/>
                </a:solidFill>
                <a:latin typeface="Arial"/>
                <a:ea typeface="Arial"/>
                <a:cs typeface="Arial"/>
              </a:defRPr>
            </a:lvl3pPr>
            <a:lvl4pPr>
              <a:defRPr sz="1200" b="1">
                <a:solidFill>
                  <a:srgbClr val="188F75"/>
                </a:solidFill>
                <a:latin typeface="Arial"/>
                <a:ea typeface="Arial"/>
                <a:cs typeface="Arial"/>
              </a:defRPr>
            </a:lvl4pPr>
            <a:lvl5pPr>
              <a:defRPr sz="1200" b="1">
                <a:solidFill>
                  <a:srgbClr val="188F75"/>
                </a:solidFill>
                <a:latin typeface="Arial"/>
                <a:ea typeface="Arial"/>
                <a:cs typeface="Arial"/>
              </a:defRPr>
            </a:lvl5pPr>
            <a:lvl6pPr>
              <a:defRPr sz="1200" b="1">
                <a:solidFill>
                  <a:srgbClr val="188F75"/>
                </a:solidFill>
                <a:latin typeface="Arial"/>
                <a:ea typeface="Arial"/>
                <a:cs typeface="Arial"/>
              </a:defRPr>
            </a:lvl6pPr>
            <a:lvl7pPr>
              <a:defRPr sz="1200" b="1">
                <a:solidFill>
                  <a:srgbClr val="188F75"/>
                </a:solidFill>
                <a:latin typeface="Arial"/>
                <a:ea typeface="Arial"/>
                <a:cs typeface="Arial"/>
              </a:defRPr>
            </a:lvl7pPr>
            <a:lvl8pPr>
              <a:defRPr sz="1200" b="1">
                <a:solidFill>
                  <a:srgbClr val="188F75"/>
                </a:solidFill>
                <a:latin typeface="Arial"/>
                <a:ea typeface="Arial"/>
                <a:cs typeface="Arial"/>
              </a:defRPr>
            </a:lvl8pPr>
            <a:lvl9pPr>
              <a:defRPr sz="1200" b="1">
                <a:solidFill>
                  <a:srgbClr val="188F75"/>
                </a:solidFill>
                <a:latin typeface="Arial"/>
                <a:ea typeface="Arial"/>
                <a:cs typeface="Arial"/>
              </a:defRPr>
            </a:lvl9pPr>
          </a:lstStyle>
          <a:p xmlns:a="http://schemas.openxmlformats.org/drawingml/2006/main">
            <a:pPr>
              <a:defRPr sz="1200" b="1">
                <a:solidFill>
                  <a:srgbClr val="188F75"/>
                </a:solidFill>
                <a:latin typeface="Arial"/>
                <a:ea typeface="Arial"/>
                <a:cs typeface="Arial"/>
              </a:defRPr>
            </a:pPr>
            <a:r>
              <a:rPr sz="1200" b="1">
                <a:solidFill>
                  <a:srgbClr val="188F75"/>
                </a:solidFill>
                <a:latin typeface="Arial"/>
                <a:ea typeface="Arial"/>
                <a:cs typeface="Arial"/>
              </a:rPr>
              <a:t>LOGISTIC REGRESSION ON TEST SET</a:t>
            </a:r>
          </a:p>
        </p:txBody>
      </p:sp>
      <p:sp>
        <p:nvSpPr>
          <p:cNvPr id="24" name="confusion-stats">
            <a:extLst xmlns:a="http://schemas.openxmlformats.org/drawingml/2006/main">
              <a:ext uri="{FF2B5EF4-FFF2-40B4-BE49-F238E27FC236}">
                <a16:creationId xmlns:a16="http://schemas.microsoft.com/office/drawing/2014/main" id="{6BD3D052-B536-4A45-804B-B10D3B22C445}"/>
              </a:ext>
            </a:extLst>
          </p:cNvPr>
          <p:cNvSpPr>
            <a:spLocks xmlns:a="http://schemas.openxmlformats.org/drawingml/2006/main" noGrp="1"/>
          </p:cNvSpPr>
          <p:nvPr/>
        </p:nvSpPr>
        <p:spPr>
          <a:xfrm xmlns:a="http://schemas.openxmlformats.org/drawingml/2006/main">
            <a:off x="762000" y="5305425"/>
            <a:ext cx="10477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defRPr sz="1725" b="0">
                <a:solidFill>
                  <a:srgbClr val="10152B"/>
                </a:solidFill>
                <a:latin typeface="Arial"/>
                <a:ea typeface="Arial"/>
                <a:cs typeface="Arial"/>
              </a:defRPr>
            </a:defPPr>
            <a:lvl1pPr>
              <a:defRPr sz="1725" b="0">
                <a:solidFill>
                  <a:srgbClr val="10152B"/>
                </a:solidFill>
                <a:latin typeface="Arial"/>
                <a:ea typeface="Arial"/>
                <a:cs typeface="Arial"/>
              </a:defRPr>
            </a:lvl1pPr>
            <a:lvl2pPr>
              <a:defRPr sz="1725" b="0">
                <a:solidFill>
                  <a:srgbClr val="10152B"/>
                </a:solidFill>
                <a:latin typeface="Arial"/>
                <a:ea typeface="Arial"/>
                <a:cs typeface="Arial"/>
              </a:defRPr>
            </a:lvl2pPr>
            <a:lvl3pPr>
              <a:defRPr sz="1725" b="0">
                <a:solidFill>
                  <a:srgbClr val="10152B"/>
                </a:solidFill>
                <a:latin typeface="Arial"/>
                <a:ea typeface="Arial"/>
                <a:cs typeface="Arial"/>
              </a:defRPr>
            </a:lvl3pPr>
            <a:lvl4pPr>
              <a:defRPr sz="1725" b="0">
                <a:solidFill>
                  <a:srgbClr val="10152B"/>
                </a:solidFill>
                <a:latin typeface="Arial"/>
                <a:ea typeface="Arial"/>
                <a:cs typeface="Arial"/>
              </a:defRPr>
            </a:lvl4pPr>
            <a:lvl5pPr>
              <a:defRPr sz="1725" b="0">
                <a:solidFill>
                  <a:srgbClr val="10152B"/>
                </a:solidFill>
                <a:latin typeface="Arial"/>
                <a:ea typeface="Arial"/>
                <a:cs typeface="Arial"/>
              </a:defRPr>
            </a:lvl5pPr>
            <a:lvl6pPr>
              <a:defRPr sz="1725" b="0">
                <a:solidFill>
                  <a:srgbClr val="10152B"/>
                </a:solidFill>
                <a:latin typeface="Arial"/>
                <a:ea typeface="Arial"/>
                <a:cs typeface="Arial"/>
              </a:defRPr>
            </a:lvl6pPr>
            <a:lvl7pPr>
              <a:defRPr sz="1725" b="0">
                <a:solidFill>
                  <a:srgbClr val="10152B"/>
                </a:solidFill>
                <a:latin typeface="Arial"/>
                <a:ea typeface="Arial"/>
                <a:cs typeface="Arial"/>
              </a:defRPr>
            </a:lvl7pPr>
            <a:lvl8pPr>
              <a:defRPr sz="1725" b="0">
                <a:solidFill>
                  <a:srgbClr val="10152B"/>
                </a:solidFill>
                <a:latin typeface="Arial"/>
                <a:ea typeface="Arial"/>
                <a:cs typeface="Arial"/>
              </a:defRPr>
            </a:lvl8pPr>
            <a:lvl9pPr>
              <a:defRPr sz="1725" b="0">
                <a:solidFill>
                  <a:srgbClr val="10152B"/>
                </a:solidFill>
                <a:latin typeface="Arial"/>
                <a:ea typeface="Arial"/>
                <a:cs typeface="Arial"/>
              </a:defRPr>
            </a:lvl9pPr>
          </a:lstStyle>
          <a:p xmlns:a="http://schemas.openxmlformats.org/drawingml/2006/main">
            <a:pPr>
              <a:defRPr sz="1725" b="0">
                <a:solidFill>
                  <a:srgbClr val="10152B"/>
                </a:solidFill>
                <a:latin typeface="Arial"/>
                <a:ea typeface="Arial"/>
                <a:cs typeface="Arial"/>
              </a:defRPr>
            </a:pPr>
            <a:r>
              <a:rPr sz="1725" b="0">
                <a:solidFill>
                  <a:srgbClr val="10152B"/>
                </a:solidFill>
                <a:latin typeface="Arial"/>
                <a:ea typeface="Arial"/>
                <a:cs typeface="Arial"/>
              </a:rPr>
              <a:t>35 churners caught   •   41 missed   •   14 false alarms   •   270 correctly cleared</a:t>
            </a:r>
          </a:p>
        </p:txBody>
      </p:sp>
      <p:sp>
        <p:nvSpPr>
          <p:cNvPr id="25" name="footer-divider">
            <a:extLst xmlns:a="http://schemas.openxmlformats.org/drawingml/2006/main">
              <a:ext uri="{FF2B5EF4-FFF2-40B4-BE49-F238E27FC236}">
                <a16:creationId xmlns:a16="http://schemas.microsoft.com/office/drawing/2014/main" id="{7FDC6794-E9D5-4C26-92E6-D9E6B914D944}"/>
              </a:ext>
            </a:extLst>
          </p:cNvPr>
          <p:cNvSpPr>
            <a:spLocks xmlns:a="http://schemas.openxmlformats.org/drawingml/2006/main" noGrp="1"/>
          </p:cNvSpPr>
          <p:nvPr/>
        </p:nvSpPr>
        <p:spPr>
          <a:xfrm xmlns:a="http://schemas.openxmlformats.org/drawingml/2006/main">
            <a:off x="685800" y="6210300"/>
            <a:ext cx="10810875" cy="0"/>
          </a:xfrm>
          <a:prstGeom xmlns:a="http://schemas.openxmlformats.org/drawingml/2006/main" prst="line">
            <a:avLst/>
          </a:prstGeom>
          <a:noFill xmlns:a="http://schemas.openxmlformats.org/drawingml/2006/main"/>
          <a:ln xmlns:a="http://schemas.openxmlformats.org/drawingml/2006/main" w="19050">
            <a:solidFill>
              <a:srgbClr val="D9DCE7"/>
            </a:solidFill>
            <a:prstDash val="solid"/>
          </a:ln>
        </p:spPr>
      </p:sp>
      <p:sp>
        <p:nvSpPr>
          <p:cNvPr id="26" name="footer">
            <a:extLst xmlns:a="http://schemas.openxmlformats.org/drawingml/2006/main">
              <a:ext uri="{FF2B5EF4-FFF2-40B4-BE49-F238E27FC236}">
                <a16:creationId xmlns:a16="http://schemas.microsoft.com/office/drawing/2014/main" id="{7D98F168-4376-468F-B8C3-2D4F2B481E6F}"/>
              </a:ext>
            </a:extLst>
          </p:cNvPr>
          <p:cNvSpPr>
            <a:spLocks xmlns:a="http://schemas.openxmlformats.org/drawingml/2006/main" noGrp="1"/>
          </p:cNvSpPr>
          <p:nvPr/>
        </p:nvSpPr>
        <p:spPr>
          <a:xfrm xmlns:a="http://schemas.openxmlformats.org/drawingml/2006/main">
            <a:off x="685800" y="6362700"/>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defRPr sz="975" b="1">
                <a:solidFill>
                  <a:srgbClr val="596176"/>
                </a:solidFill>
                <a:latin typeface="Arial"/>
                <a:ea typeface="Arial"/>
                <a:cs typeface="Arial"/>
              </a:defRPr>
            </a:defPPr>
            <a:lvl1pPr>
              <a:defRPr sz="975" b="1">
                <a:solidFill>
                  <a:srgbClr val="596176"/>
                </a:solidFill>
                <a:latin typeface="Arial"/>
                <a:ea typeface="Arial"/>
                <a:cs typeface="Arial"/>
              </a:defRPr>
            </a:lvl1pPr>
            <a:lvl2pPr>
              <a:defRPr sz="975" b="1">
                <a:solidFill>
                  <a:srgbClr val="596176"/>
                </a:solidFill>
                <a:latin typeface="Arial"/>
                <a:ea typeface="Arial"/>
                <a:cs typeface="Arial"/>
              </a:defRPr>
            </a:lvl2pPr>
            <a:lvl3pPr>
              <a:defRPr sz="975" b="1">
                <a:solidFill>
                  <a:srgbClr val="596176"/>
                </a:solidFill>
                <a:latin typeface="Arial"/>
                <a:ea typeface="Arial"/>
                <a:cs typeface="Arial"/>
              </a:defRPr>
            </a:lvl3pPr>
            <a:lvl4pPr>
              <a:defRPr sz="975" b="1">
                <a:solidFill>
                  <a:srgbClr val="596176"/>
                </a:solidFill>
                <a:latin typeface="Arial"/>
                <a:ea typeface="Arial"/>
                <a:cs typeface="Arial"/>
              </a:defRPr>
            </a:lvl4pPr>
            <a:lvl5pPr>
              <a:defRPr sz="975" b="1">
                <a:solidFill>
                  <a:srgbClr val="596176"/>
                </a:solidFill>
                <a:latin typeface="Arial"/>
                <a:ea typeface="Arial"/>
                <a:cs typeface="Arial"/>
              </a:defRPr>
            </a:lvl5pPr>
            <a:lvl6pPr>
              <a:defRPr sz="975" b="1">
                <a:solidFill>
                  <a:srgbClr val="596176"/>
                </a:solidFill>
                <a:latin typeface="Arial"/>
                <a:ea typeface="Arial"/>
                <a:cs typeface="Arial"/>
              </a:defRPr>
            </a:lvl6pPr>
            <a:lvl7pPr>
              <a:defRPr sz="975" b="1">
                <a:solidFill>
                  <a:srgbClr val="596176"/>
                </a:solidFill>
                <a:latin typeface="Arial"/>
                <a:ea typeface="Arial"/>
                <a:cs typeface="Arial"/>
              </a:defRPr>
            </a:lvl7pPr>
            <a:lvl8pPr>
              <a:defRPr sz="975" b="1">
                <a:solidFill>
                  <a:srgbClr val="596176"/>
                </a:solidFill>
                <a:latin typeface="Arial"/>
                <a:ea typeface="Arial"/>
                <a:cs typeface="Arial"/>
              </a:defRPr>
            </a:lvl8pPr>
            <a:lvl9pPr>
              <a:defRPr sz="975" b="1">
                <a:solidFill>
                  <a:srgbClr val="596176"/>
                </a:solidFill>
                <a:latin typeface="Arial"/>
                <a:ea typeface="Arial"/>
                <a:cs typeface="Arial"/>
              </a:defRPr>
            </a:lvl9pPr>
          </a:lstStyle>
          <a:p xmlns:a="http://schemas.openxmlformats.org/drawingml/2006/main">
            <a:pPr>
              <a:defRPr sz="975" b="1">
                <a:solidFill>
                  <a:srgbClr val="596176"/>
                </a:solidFill>
                <a:latin typeface="Arial"/>
                <a:ea typeface="Arial"/>
                <a:cs typeface="Arial"/>
              </a:defRPr>
            </a:pPr>
            <a:r>
              <a:rPr sz="975" b="1">
                <a:solidFill>
                  <a:srgbClr val="596176"/>
                </a:solidFill>
                <a:latin typeface="Arial"/>
                <a:ea typeface="Arial"/>
                <a:cs typeface="Arial"/>
              </a:rPr>
              <a:t>DAY 5 FUTURES REPORT  |  PRACTICE DATA UNLESS STATED</a:t>
            </a:r>
          </a:p>
        </p:txBody>
      </p:sp>
      <p:sp>
        <p:nvSpPr>
          <p:cNvPr id="27" name="page-number">
            <a:extLst xmlns:a="http://schemas.openxmlformats.org/drawingml/2006/main">
              <a:ext uri="{FF2B5EF4-FFF2-40B4-BE49-F238E27FC236}">
                <a16:creationId xmlns:a16="http://schemas.microsoft.com/office/drawing/2014/main" id="{5E2CC175-3025-464B-A188-411378462F36}"/>
              </a:ext>
            </a:extLst>
          </p:cNvPr>
          <p:cNvSpPr>
            <a:spLocks xmlns:a="http://schemas.openxmlformats.org/drawingml/2006/main" noGrp="1"/>
          </p:cNvSpPr>
          <p:nvPr/>
        </p:nvSpPr>
        <p:spPr>
          <a:xfrm xmlns:a="http://schemas.openxmlformats.org/drawingml/2006/main">
            <a:off x="11049000" y="6334125"/>
            <a:ext cx="4286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defRPr sz="1125" b="1">
                <a:solidFill>
                  <a:srgbClr val="713BCC"/>
                </a:solidFill>
                <a:latin typeface="Arial"/>
                <a:ea typeface="Arial"/>
                <a:cs typeface="Arial"/>
              </a:defRPr>
            </a:defPPr>
            <a:lvl1pPr>
              <a:defRPr sz="1125" b="1">
                <a:solidFill>
                  <a:srgbClr val="713BCC"/>
                </a:solidFill>
                <a:latin typeface="Arial"/>
                <a:ea typeface="Arial"/>
                <a:cs typeface="Arial"/>
              </a:defRPr>
            </a:lvl1pPr>
            <a:lvl2pPr>
              <a:defRPr sz="1125" b="1">
                <a:solidFill>
                  <a:srgbClr val="713BCC"/>
                </a:solidFill>
                <a:latin typeface="Arial"/>
                <a:ea typeface="Arial"/>
                <a:cs typeface="Arial"/>
              </a:defRPr>
            </a:lvl2pPr>
            <a:lvl3pPr>
              <a:defRPr sz="1125" b="1">
                <a:solidFill>
                  <a:srgbClr val="713BCC"/>
                </a:solidFill>
                <a:latin typeface="Arial"/>
                <a:ea typeface="Arial"/>
                <a:cs typeface="Arial"/>
              </a:defRPr>
            </a:lvl3pPr>
            <a:lvl4pPr>
              <a:defRPr sz="1125" b="1">
                <a:solidFill>
                  <a:srgbClr val="713BCC"/>
                </a:solidFill>
                <a:latin typeface="Arial"/>
                <a:ea typeface="Arial"/>
                <a:cs typeface="Arial"/>
              </a:defRPr>
            </a:lvl4pPr>
            <a:lvl5pPr>
              <a:defRPr sz="1125" b="1">
                <a:solidFill>
                  <a:srgbClr val="713BCC"/>
                </a:solidFill>
                <a:latin typeface="Arial"/>
                <a:ea typeface="Arial"/>
                <a:cs typeface="Arial"/>
              </a:defRPr>
            </a:lvl5pPr>
            <a:lvl6pPr>
              <a:defRPr sz="1125" b="1">
                <a:solidFill>
                  <a:srgbClr val="713BCC"/>
                </a:solidFill>
                <a:latin typeface="Arial"/>
                <a:ea typeface="Arial"/>
                <a:cs typeface="Arial"/>
              </a:defRPr>
            </a:lvl6pPr>
            <a:lvl7pPr>
              <a:defRPr sz="1125" b="1">
                <a:solidFill>
                  <a:srgbClr val="713BCC"/>
                </a:solidFill>
                <a:latin typeface="Arial"/>
                <a:ea typeface="Arial"/>
                <a:cs typeface="Arial"/>
              </a:defRPr>
            </a:lvl7pPr>
            <a:lvl8pPr>
              <a:defRPr sz="1125" b="1">
                <a:solidFill>
                  <a:srgbClr val="713BCC"/>
                </a:solidFill>
                <a:latin typeface="Arial"/>
                <a:ea typeface="Arial"/>
                <a:cs typeface="Arial"/>
              </a:defRPr>
            </a:lvl8pPr>
            <a:lvl9pPr>
              <a:defRPr sz="1125" b="1">
                <a:solidFill>
                  <a:srgbClr val="713BCC"/>
                </a:solidFill>
                <a:latin typeface="Arial"/>
                <a:ea typeface="Arial"/>
                <a:cs typeface="Arial"/>
              </a:defRPr>
            </a:lvl9pPr>
          </a:lstStyle>
          <a:p xmlns:a="http://schemas.openxmlformats.org/drawingml/2006/main">
            <a:pPr>
              <a:defRPr sz="1125" b="1">
                <a:solidFill>
                  <a:srgbClr val="713BCC"/>
                </a:solidFill>
                <a:latin typeface="Arial"/>
                <a:ea typeface="Arial"/>
                <a:cs typeface="Arial"/>
              </a:defRPr>
            </a:pPr>
            <a:r>
              <a:rPr sz="1125" b="1">
                <a:solidFill>
                  <a:srgbClr val="713BCC"/>
                </a:solidFill>
                <a:latin typeface="Arial"/>
                <a:ea typeface="Arial"/>
                <a:cs typeface="Arial"/>
              </a:rPr>
              <a:t>05</a:t>
            </a:r>
          </a:p>
        </p:txBody>
      </p:sp>
    </p:spTree>
    <p:extLst>
      <p:ext uri="{BB962C8B-B14F-4D97-AF65-F5344CB8AC3E}">
        <p14:creationId xmlns:p14="http://schemas.microsoft.com/office/powerpoint/2010/main" val="1453017496"/>
      </p:ext>
    </p:extLst>
  </p:cSld>
</p:sld>
</file>

<file path=ppt/slides/slide6.xml><?xml version="1.0" encoding="utf-8"?>
<p:sld xmlns:p="http://schemas.openxmlformats.org/presentationml/2006/main">
  <p:cSld>
    <p:bg>
      <p:bgPr>
        <a:solidFill xmlns:a="http://schemas.openxmlformats.org/drawingml/2006/main">
          <a:srgbClr val="F7F7FB"/>
        </a:solidFill>
      </p:bgPr>
    </p:bg>
    <p:spTree>
      <p:nvGrpSpPr>
        <p:cNvPr id="1" name=""/>
        <p:cNvGrpSpPr/>
        <p:nvPr/>
      </p:nvGrpSpPr>
      <p:grpSpPr>
        <a:xfrm xmlns:a="http://schemas.openxmlformats.org/drawingml/2006/main"/>
      </p:grpSpPr>
      <p:sp>
        <p:nvSpPr>
          <p:cNvPr id="23" name="accent-rule">
            <a:extLst xmlns:a="http://schemas.openxmlformats.org/drawingml/2006/main">
              <a:ext uri="{FF2B5EF4-FFF2-40B4-BE49-F238E27FC236}">
                <a16:creationId xmlns:a16="http://schemas.microsoft.com/office/drawing/2014/main" id="{5A0ED499-60B9-47B9-B4ED-0DC213888641}"/>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713BCC"/>
          </a:solidFill>
          <a:ln xmlns:a="http://schemas.openxmlformats.org/drawingml/2006/main" w="0">
            <a:noFill/>
            <a:prstDash val="solid"/>
          </a:ln>
        </p:spPr>
      </p:sp>
      <p:sp>
        <p:nvSpPr>
          <p:cNvPr id="2" name="presenter-label">
            <a:extLst xmlns:a="http://schemas.openxmlformats.org/drawingml/2006/main">
              <a:ext uri="{FF2B5EF4-FFF2-40B4-BE49-F238E27FC236}">
                <a16:creationId xmlns:a16="http://schemas.microsoft.com/office/drawing/2014/main" id="{5F64667C-3080-468B-B9F4-722E44D5F641}"/>
              </a:ext>
            </a:extLst>
          </p:cNvPr>
          <p:cNvSpPr>
            <a:spLocks xmlns:a="http://schemas.openxmlformats.org/drawingml/2006/main" noGrp="1"/>
          </p:cNvSpPr>
          <p:nvPr/>
        </p:nvSpPr>
        <p:spPr>
          <a:xfrm xmlns:a="http://schemas.openxmlformats.org/drawingml/2006/main">
            <a:off x="666750" y="342900"/>
            <a:ext cx="857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defRPr sz="1200" b="1">
                <a:solidFill>
                  <a:srgbClr val="713BCC"/>
                </a:solidFill>
                <a:latin typeface="Arial"/>
                <a:ea typeface="Arial"/>
                <a:cs typeface="Arial"/>
              </a:defRPr>
            </a:defPPr>
            <a:lvl1pPr>
              <a:defRPr sz="1200" b="1">
                <a:solidFill>
                  <a:srgbClr val="713BCC"/>
                </a:solidFill>
                <a:latin typeface="Arial"/>
                <a:ea typeface="Arial"/>
                <a:cs typeface="Arial"/>
              </a:defRPr>
            </a:lvl1pPr>
            <a:lvl2pPr>
              <a:defRPr sz="1200" b="1">
                <a:solidFill>
                  <a:srgbClr val="713BCC"/>
                </a:solidFill>
                <a:latin typeface="Arial"/>
                <a:ea typeface="Arial"/>
                <a:cs typeface="Arial"/>
              </a:defRPr>
            </a:lvl2pPr>
            <a:lvl3pPr>
              <a:defRPr sz="1200" b="1">
                <a:solidFill>
                  <a:srgbClr val="713BCC"/>
                </a:solidFill>
                <a:latin typeface="Arial"/>
                <a:ea typeface="Arial"/>
                <a:cs typeface="Arial"/>
              </a:defRPr>
            </a:lvl3pPr>
            <a:lvl4pPr>
              <a:defRPr sz="1200" b="1">
                <a:solidFill>
                  <a:srgbClr val="713BCC"/>
                </a:solidFill>
                <a:latin typeface="Arial"/>
                <a:ea typeface="Arial"/>
                <a:cs typeface="Arial"/>
              </a:defRPr>
            </a:lvl4pPr>
            <a:lvl5pPr>
              <a:defRPr sz="1200" b="1">
                <a:solidFill>
                  <a:srgbClr val="713BCC"/>
                </a:solidFill>
                <a:latin typeface="Arial"/>
                <a:ea typeface="Arial"/>
                <a:cs typeface="Arial"/>
              </a:defRPr>
            </a:lvl5pPr>
            <a:lvl6pPr>
              <a:defRPr sz="1200" b="1">
                <a:solidFill>
                  <a:srgbClr val="713BCC"/>
                </a:solidFill>
                <a:latin typeface="Arial"/>
                <a:ea typeface="Arial"/>
                <a:cs typeface="Arial"/>
              </a:defRPr>
            </a:lvl6pPr>
            <a:lvl7pPr>
              <a:defRPr sz="1200" b="1">
                <a:solidFill>
                  <a:srgbClr val="713BCC"/>
                </a:solidFill>
                <a:latin typeface="Arial"/>
                <a:ea typeface="Arial"/>
                <a:cs typeface="Arial"/>
              </a:defRPr>
            </a:lvl7pPr>
            <a:lvl8pPr>
              <a:defRPr sz="1200" b="1">
                <a:solidFill>
                  <a:srgbClr val="713BCC"/>
                </a:solidFill>
                <a:latin typeface="Arial"/>
                <a:ea typeface="Arial"/>
                <a:cs typeface="Arial"/>
              </a:defRPr>
            </a:lvl8pPr>
            <a:lvl9pPr>
              <a:defRPr sz="1200" b="1">
                <a:solidFill>
                  <a:srgbClr val="713BCC"/>
                </a:solidFill>
                <a:latin typeface="Arial"/>
                <a:ea typeface="Arial"/>
                <a:cs typeface="Arial"/>
              </a:defRPr>
            </a:lvl9pPr>
          </a:lstStyle>
          <a:p xmlns:a="http://schemas.openxmlformats.org/drawingml/2006/main">
            <a:pPr>
              <a:defRPr sz="1200" b="1">
                <a:solidFill>
                  <a:srgbClr val="713BCC"/>
                </a:solidFill>
                <a:latin typeface="Arial"/>
                <a:ea typeface="Arial"/>
                <a:cs typeface="Arial"/>
              </a:defRPr>
            </a:pPr>
            <a:r>
              <a:rPr sz="1200" b="1">
                <a:solidFill>
                  <a:srgbClr val="713BCC"/>
                </a:solidFill>
                <a:latin typeface="Arial"/>
                <a:ea typeface="Arial"/>
                <a:cs typeface="Arial"/>
              </a:rPr>
              <a:t>SOLOMON  /  CHURN PREDICTION</a:t>
            </a:r>
          </a:p>
        </p:txBody>
      </p:sp>
      <p:sp>
        <p:nvSpPr>
          <p:cNvPr id="3" name="slide-title">
            <a:extLst xmlns:a="http://schemas.openxmlformats.org/drawingml/2006/main">
              <a:ext uri="{FF2B5EF4-FFF2-40B4-BE49-F238E27FC236}">
                <a16:creationId xmlns:a16="http://schemas.microsoft.com/office/drawing/2014/main" id="{900658FF-6308-42F2-9030-B0EAB7A869B5}"/>
              </a:ext>
            </a:extLst>
          </p:cNvPr>
          <p:cNvSpPr>
            <a:spLocks xmlns:a="http://schemas.openxmlformats.org/drawingml/2006/main" noGrp="1"/>
          </p:cNvSpPr>
          <p:nvPr/>
        </p:nvSpPr>
        <p:spPr>
          <a:xfrm xmlns:a="http://schemas.openxmlformats.org/drawingml/2006/main">
            <a:off x="666750" y="790575"/>
            <a:ext cx="10858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defRPr sz="3150" b="1">
                <a:solidFill>
                  <a:srgbClr val="10152B"/>
                </a:solidFill>
                <a:latin typeface="Arial"/>
                <a:ea typeface="Arial"/>
                <a:cs typeface="Arial"/>
              </a:defRPr>
            </a:defPPr>
            <a:lvl1pPr>
              <a:defRPr sz="3150" b="1">
                <a:solidFill>
                  <a:srgbClr val="10152B"/>
                </a:solidFill>
                <a:latin typeface="Arial"/>
                <a:ea typeface="Arial"/>
                <a:cs typeface="Arial"/>
              </a:defRPr>
            </a:lvl1pPr>
            <a:lvl2pPr>
              <a:defRPr sz="3150" b="1">
                <a:solidFill>
                  <a:srgbClr val="10152B"/>
                </a:solidFill>
                <a:latin typeface="Arial"/>
                <a:ea typeface="Arial"/>
                <a:cs typeface="Arial"/>
              </a:defRPr>
            </a:lvl2pPr>
            <a:lvl3pPr>
              <a:defRPr sz="3150" b="1">
                <a:solidFill>
                  <a:srgbClr val="10152B"/>
                </a:solidFill>
                <a:latin typeface="Arial"/>
                <a:ea typeface="Arial"/>
                <a:cs typeface="Arial"/>
              </a:defRPr>
            </a:lvl3pPr>
            <a:lvl4pPr>
              <a:defRPr sz="3150" b="1">
                <a:solidFill>
                  <a:srgbClr val="10152B"/>
                </a:solidFill>
                <a:latin typeface="Arial"/>
                <a:ea typeface="Arial"/>
                <a:cs typeface="Arial"/>
              </a:defRPr>
            </a:lvl4pPr>
            <a:lvl5pPr>
              <a:defRPr sz="3150" b="1">
                <a:solidFill>
                  <a:srgbClr val="10152B"/>
                </a:solidFill>
                <a:latin typeface="Arial"/>
                <a:ea typeface="Arial"/>
                <a:cs typeface="Arial"/>
              </a:defRPr>
            </a:lvl5pPr>
            <a:lvl6pPr>
              <a:defRPr sz="3150" b="1">
                <a:solidFill>
                  <a:srgbClr val="10152B"/>
                </a:solidFill>
                <a:latin typeface="Arial"/>
                <a:ea typeface="Arial"/>
                <a:cs typeface="Arial"/>
              </a:defRPr>
            </a:lvl6pPr>
            <a:lvl7pPr>
              <a:defRPr sz="3150" b="1">
                <a:solidFill>
                  <a:srgbClr val="10152B"/>
                </a:solidFill>
                <a:latin typeface="Arial"/>
                <a:ea typeface="Arial"/>
                <a:cs typeface="Arial"/>
              </a:defRPr>
            </a:lvl7pPr>
            <a:lvl8pPr>
              <a:defRPr sz="3150" b="1">
                <a:solidFill>
                  <a:srgbClr val="10152B"/>
                </a:solidFill>
                <a:latin typeface="Arial"/>
                <a:ea typeface="Arial"/>
                <a:cs typeface="Arial"/>
              </a:defRPr>
            </a:lvl8pPr>
            <a:lvl9pPr>
              <a:defRPr sz="3150" b="1">
                <a:solidFill>
                  <a:srgbClr val="10152B"/>
                </a:solidFill>
                <a:latin typeface="Arial"/>
                <a:ea typeface="Arial"/>
                <a:cs typeface="Arial"/>
              </a:defRPr>
            </a:lvl9pPr>
          </a:lstStyle>
          <a:p xmlns:a="http://schemas.openxmlformats.org/drawingml/2006/main">
            <a:pPr>
              <a:defRPr sz="3150" b="1">
                <a:solidFill>
                  <a:srgbClr val="10152B"/>
                </a:solidFill>
                <a:latin typeface="Arial"/>
                <a:ea typeface="Arial"/>
                <a:cs typeface="Arial"/>
              </a:defRPr>
            </a:pPr>
            <a:r>
              <a:rPr sz="3150" b="1">
                <a:solidFill>
                  <a:srgbClr val="10152B"/>
                </a:solidFill>
                <a:latin typeface="Arial"/>
                <a:ea typeface="Arial"/>
                <a:cs typeface="Arial"/>
              </a:rPr>
              <a:t>Use risk scores to test retention offers</a:t>
            </a:r>
          </a:p>
        </p:txBody>
      </p:sp>
      <p:sp>
        <p:nvSpPr>
          <p:cNvPr id="4" name="slide-subtitle">
            <a:extLst xmlns:a="http://schemas.openxmlformats.org/drawingml/2006/main">
              <a:ext uri="{FF2B5EF4-FFF2-40B4-BE49-F238E27FC236}">
                <a16:creationId xmlns:a16="http://schemas.microsoft.com/office/drawing/2014/main" id="{9F124535-6803-473A-8794-F9D4380631EF}"/>
              </a:ext>
            </a:extLst>
          </p:cNvPr>
          <p:cNvSpPr>
            <a:spLocks xmlns:a="http://schemas.openxmlformats.org/drawingml/2006/main" noGrp="1"/>
          </p:cNvSpPr>
          <p:nvPr/>
        </p:nvSpPr>
        <p:spPr>
          <a:xfrm xmlns:a="http://schemas.openxmlformats.org/drawingml/2006/main">
            <a:off x="685800" y="1524000"/>
            <a:ext cx="10668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defRPr sz="1725" b="0">
                <a:solidFill>
                  <a:srgbClr val="596176"/>
                </a:solidFill>
                <a:latin typeface="Arial"/>
                <a:ea typeface="Arial"/>
                <a:cs typeface="Arial"/>
              </a:defRPr>
            </a:defPPr>
            <a:lvl1pPr>
              <a:defRPr sz="1725" b="0">
                <a:solidFill>
                  <a:srgbClr val="596176"/>
                </a:solidFill>
                <a:latin typeface="Arial"/>
                <a:ea typeface="Arial"/>
                <a:cs typeface="Arial"/>
              </a:defRPr>
            </a:lvl1pPr>
            <a:lvl2pPr>
              <a:defRPr sz="1725" b="0">
                <a:solidFill>
                  <a:srgbClr val="596176"/>
                </a:solidFill>
                <a:latin typeface="Arial"/>
                <a:ea typeface="Arial"/>
                <a:cs typeface="Arial"/>
              </a:defRPr>
            </a:lvl2pPr>
            <a:lvl3pPr>
              <a:defRPr sz="1725" b="0">
                <a:solidFill>
                  <a:srgbClr val="596176"/>
                </a:solidFill>
                <a:latin typeface="Arial"/>
                <a:ea typeface="Arial"/>
                <a:cs typeface="Arial"/>
              </a:defRPr>
            </a:lvl3pPr>
            <a:lvl4pPr>
              <a:defRPr sz="1725" b="0">
                <a:solidFill>
                  <a:srgbClr val="596176"/>
                </a:solidFill>
                <a:latin typeface="Arial"/>
                <a:ea typeface="Arial"/>
                <a:cs typeface="Arial"/>
              </a:defRPr>
            </a:lvl4pPr>
            <a:lvl5pPr>
              <a:defRPr sz="1725" b="0">
                <a:solidFill>
                  <a:srgbClr val="596176"/>
                </a:solidFill>
                <a:latin typeface="Arial"/>
                <a:ea typeface="Arial"/>
                <a:cs typeface="Arial"/>
              </a:defRPr>
            </a:lvl5pPr>
            <a:lvl6pPr>
              <a:defRPr sz="1725" b="0">
                <a:solidFill>
                  <a:srgbClr val="596176"/>
                </a:solidFill>
                <a:latin typeface="Arial"/>
                <a:ea typeface="Arial"/>
                <a:cs typeface="Arial"/>
              </a:defRPr>
            </a:lvl6pPr>
            <a:lvl7pPr>
              <a:defRPr sz="1725" b="0">
                <a:solidFill>
                  <a:srgbClr val="596176"/>
                </a:solidFill>
                <a:latin typeface="Arial"/>
                <a:ea typeface="Arial"/>
                <a:cs typeface="Arial"/>
              </a:defRPr>
            </a:lvl7pPr>
            <a:lvl8pPr>
              <a:defRPr sz="1725" b="0">
                <a:solidFill>
                  <a:srgbClr val="596176"/>
                </a:solidFill>
                <a:latin typeface="Arial"/>
                <a:ea typeface="Arial"/>
                <a:cs typeface="Arial"/>
              </a:defRPr>
            </a:lvl8pPr>
            <a:lvl9pPr>
              <a:defRPr sz="1725" b="0">
                <a:solidFill>
                  <a:srgbClr val="596176"/>
                </a:solidFill>
                <a:latin typeface="Arial"/>
                <a:ea typeface="Arial"/>
                <a:cs typeface="Arial"/>
              </a:defRPr>
            </a:lvl9pPr>
          </a:lstStyle>
          <a:p xmlns:a="http://schemas.openxmlformats.org/drawingml/2006/main">
            <a:pPr>
              <a:defRPr sz="1725" b="0">
                <a:solidFill>
                  <a:srgbClr val="596176"/>
                </a:solidFill>
                <a:latin typeface="Arial"/>
                <a:ea typeface="Arial"/>
                <a:cs typeface="Arial"/>
              </a:defRPr>
            </a:pPr>
            <a:r>
              <a:rPr sz="1725" b="0">
                <a:solidFill>
                  <a:srgbClr val="596176"/>
                </a:solidFill>
                <a:latin typeface="Arial"/>
                <a:ea typeface="Arial"/>
                <a:cs typeface="Arial"/>
              </a:rPr>
              <a:t>The model flags patterns; a controlled test must show whether an offer prevents churn.</a:t>
            </a:r>
          </a:p>
        </p:txBody>
      </p:sp>
      <p:sp>
        <p:nvSpPr>
          <p:cNvPr id="5" name="title-divider">
            <a:extLst xmlns:a="http://schemas.openxmlformats.org/drawingml/2006/main">
              <a:ext uri="{FF2B5EF4-FFF2-40B4-BE49-F238E27FC236}">
                <a16:creationId xmlns:a16="http://schemas.microsoft.com/office/drawing/2014/main" id="{B341823F-56D2-4472-AA1F-17A5A11D0070}"/>
              </a:ext>
            </a:extLst>
          </p:cNvPr>
          <p:cNvSpPr>
            <a:spLocks xmlns:a="http://schemas.openxmlformats.org/drawingml/2006/main" noGrp="1"/>
          </p:cNvSpPr>
          <p:nvPr/>
        </p:nvSpPr>
        <p:spPr>
          <a:xfrm xmlns:a="http://schemas.openxmlformats.org/drawingml/2006/main">
            <a:off x="685800" y="2038350"/>
            <a:ext cx="10810875" cy="0"/>
          </a:xfrm>
          <a:prstGeom xmlns:a="http://schemas.openxmlformats.org/drawingml/2006/main" prst="line">
            <a:avLst/>
          </a:prstGeom>
          <a:noFill xmlns:a="http://schemas.openxmlformats.org/drawingml/2006/main"/>
          <a:ln xmlns:a="http://schemas.openxmlformats.org/drawingml/2006/main" w="19050">
            <a:solidFill>
              <a:srgbClr val="D9DCE7"/>
            </a:solidFill>
            <a:prstDash val="solid"/>
          </a:ln>
        </p:spPr>
      </p:sp>
      <p:sp>
        <p:nvSpPr>
          <p:cNvPr id="6" name="features-label">
            <a:extLst xmlns:a="http://schemas.openxmlformats.org/drawingml/2006/main">
              <a:ext uri="{FF2B5EF4-FFF2-40B4-BE49-F238E27FC236}">
                <a16:creationId xmlns:a16="http://schemas.microsoft.com/office/drawing/2014/main" id="{16D049F0-DB8C-4CEC-B304-35B146991C56}"/>
              </a:ext>
            </a:extLst>
          </p:cNvPr>
          <p:cNvSpPr>
            <a:spLocks xmlns:a="http://schemas.openxmlformats.org/drawingml/2006/main" noGrp="1"/>
          </p:cNvSpPr>
          <p:nvPr/>
        </p:nvSpPr>
        <p:spPr>
          <a:xfrm xmlns:a="http://schemas.openxmlformats.org/drawingml/2006/main">
            <a:off x="781050" y="2457450"/>
            <a:ext cx="419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defRPr sz="1275" b="1">
                <a:solidFill>
                  <a:srgbClr val="188F75"/>
                </a:solidFill>
                <a:latin typeface="Arial"/>
                <a:ea typeface="Arial"/>
                <a:cs typeface="Arial"/>
              </a:defRPr>
            </a:defPPr>
            <a:lvl1pPr>
              <a:defRPr sz="1275" b="1">
                <a:solidFill>
                  <a:srgbClr val="188F75"/>
                </a:solidFill>
                <a:latin typeface="Arial"/>
                <a:ea typeface="Arial"/>
                <a:cs typeface="Arial"/>
              </a:defRPr>
            </a:lvl1pPr>
            <a:lvl2pPr>
              <a:defRPr sz="1275" b="1">
                <a:solidFill>
                  <a:srgbClr val="188F75"/>
                </a:solidFill>
                <a:latin typeface="Arial"/>
                <a:ea typeface="Arial"/>
                <a:cs typeface="Arial"/>
              </a:defRPr>
            </a:lvl2pPr>
            <a:lvl3pPr>
              <a:defRPr sz="1275" b="1">
                <a:solidFill>
                  <a:srgbClr val="188F75"/>
                </a:solidFill>
                <a:latin typeface="Arial"/>
                <a:ea typeface="Arial"/>
                <a:cs typeface="Arial"/>
              </a:defRPr>
            </a:lvl3pPr>
            <a:lvl4pPr>
              <a:defRPr sz="1275" b="1">
                <a:solidFill>
                  <a:srgbClr val="188F75"/>
                </a:solidFill>
                <a:latin typeface="Arial"/>
                <a:ea typeface="Arial"/>
                <a:cs typeface="Arial"/>
              </a:defRPr>
            </a:lvl4pPr>
            <a:lvl5pPr>
              <a:defRPr sz="1275" b="1">
                <a:solidFill>
                  <a:srgbClr val="188F75"/>
                </a:solidFill>
                <a:latin typeface="Arial"/>
                <a:ea typeface="Arial"/>
                <a:cs typeface="Arial"/>
              </a:defRPr>
            </a:lvl5pPr>
            <a:lvl6pPr>
              <a:defRPr sz="1275" b="1">
                <a:solidFill>
                  <a:srgbClr val="188F75"/>
                </a:solidFill>
                <a:latin typeface="Arial"/>
                <a:ea typeface="Arial"/>
                <a:cs typeface="Arial"/>
              </a:defRPr>
            </a:lvl6pPr>
            <a:lvl7pPr>
              <a:defRPr sz="1275" b="1">
                <a:solidFill>
                  <a:srgbClr val="188F75"/>
                </a:solidFill>
                <a:latin typeface="Arial"/>
                <a:ea typeface="Arial"/>
                <a:cs typeface="Arial"/>
              </a:defRPr>
            </a:lvl7pPr>
            <a:lvl8pPr>
              <a:defRPr sz="1275" b="1">
                <a:solidFill>
                  <a:srgbClr val="188F75"/>
                </a:solidFill>
                <a:latin typeface="Arial"/>
                <a:ea typeface="Arial"/>
                <a:cs typeface="Arial"/>
              </a:defRPr>
            </a:lvl8pPr>
            <a:lvl9pPr>
              <a:defRPr sz="1275" b="1">
                <a:solidFill>
                  <a:srgbClr val="188F75"/>
                </a:solidFill>
                <a:latin typeface="Arial"/>
                <a:ea typeface="Arial"/>
                <a:cs typeface="Arial"/>
              </a:defRPr>
            </a:lvl9pPr>
          </a:lstStyle>
          <a:p xmlns:a="http://schemas.openxmlformats.org/drawingml/2006/main">
            <a:pPr>
              <a:defRPr sz="1275" b="1">
                <a:solidFill>
                  <a:srgbClr val="188F75"/>
                </a:solidFill>
                <a:latin typeface="Arial"/>
                <a:ea typeface="Arial"/>
                <a:cs typeface="Arial"/>
              </a:defRPr>
            </a:pPr>
            <a:r>
              <a:rPr sz="1275" b="1">
                <a:solidFill>
                  <a:srgbClr val="188F75"/>
                </a:solidFill>
                <a:latin typeface="Arial"/>
                <a:ea typeface="Arial"/>
                <a:cs typeface="Arial"/>
              </a:rPr>
              <a:t>TOP RISK SIGNALS</a:t>
            </a:r>
          </a:p>
        </p:txBody>
      </p:sp>
      <p:sp>
        <p:nvSpPr>
          <p:cNvPr id="7" name="feat-num-0">
            <a:extLst xmlns:a="http://schemas.openxmlformats.org/drawingml/2006/main">
              <a:ext uri="{FF2B5EF4-FFF2-40B4-BE49-F238E27FC236}">
                <a16:creationId xmlns:a16="http://schemas.microsoft.com/office/drawing/2014/main" id="{D43A0865-F3A2-483C-A5F4-5A558D720E62}"/>
              </a:ext>
            </a:extLst>
          </p:cNvPr>
          <p:cNvSpPr>
            <a:spLocks xmlns:a="http://schemas.openxmlformats.org/drawingml/2006/main" noGrp="1"/>
          </p:cNvSpPr>
          <p:nvPr/>
        </p:nvSpPr>
        <p:spPr>
          <a:xfrm xmlns:a="http://schemas.openxmlformats.org/drawingml/2006/main">
            <a:off x="781050" y="2895600"/>
            <a:ext cx="4572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defRPr sz="1800" b="1">
                <a:solidFill>
                  <a:srgbClr val="713BCC"/>
                </a:solidFill>
                <a:latin typeface="Arial"/>
                <a:ea typeface="Arial"/>
                <a:cs typeface="Arial"/>
              </a:defRPr>
            </a:defPPr>
            <a:lvl1pPr>
              <a:defRPr sz="1800" b="1">
                <a:solidFill>
                  <a:srgbClr val="713BCC"/>
                </a:solidFill>
                <a:latin typeface="Arial"/>
                <a:ea typeface="Arial"/>
                <a:cs typeface="Arial"/>
              </a:defRPr>
            </a:lvl1pPr>
            <a:lvl2pPr>
              <a:defRPr sz="1800" b="1">
                <a:solidFill>
                  <a:srgbClr val="713BCC"/>
                </a:solidFill>
                <a:latin typeface="Arial"/>
                <a:ea typeface="Arial"/>
                <a:cs typeface="Arial"/>
              </a:defRPr>
            </a:lvl2pPr>
            <a:lvl3pPr>
              <a:defRPr sz="1800" b="1">
                <a:solidFill>
                  <a:srgbClr val="713BCC"/>
                </a:solidFill>
                <a:latin typeface="Arial"/>
                <a:ea typeface="Arial"/>
                <a:cs typeface="Arial"/>
              </a:defRPr>
            </a:lvl3pPr>
            <a:lvl4pPr>
              <a:defRPr sz="1800" b="1">
                <a:solidFill>
                  <a:srgbClr val="713BCC"/>
                </a:solidFill>
                <a:latin typeface="Arial"/>
                <a:ea typeface="Arial"/>
                <a:cs typeface="Arial"/>
              </a:defRPr>
            </a:lvl4pPr>
            <a:lvl5pPr>
              <a:defRPr sz="1800" b="1">
                <a:solidFill>
                  <a:srgbClr val="713BCC"/>
                </a:solidFill>
                <a:latin typeface="Arial"/>
                <a:ea typeface="Arial"/>
                <a:cs typeface="Arial"/>
              </a:defRPr>
            </a:lvl5pPr>
            <a:lvl6pPr>
              <a:defRPr sz="1800" b="1">
                <a:solidFill>
                  <a:srgbClr val="713BCC"/>
                </a:solidFill>
                <a:latin typeface="Arial"/>
                <a:ea typeface="Arial"/>
                <a:cs typeface="Arial"/>
              </a:defRPr>
            </a:lvl6pPr>
            <a:lvl7pPr>
              <a:defRPr sz="1800" b="1">
                <a:solidFill>
                  <a:srgbClr val="713BCC"/>
                </a:solidFill>
                <a:latin typeface="Arial"/>
                <a:ea typeface="Arial"/>
                <a:cs typeface="Arial"/>
              </a:defRPr>
            </a:lvl7pPr>
            <a:lvl8pPr>
              <a:defRPr sz="1800" b="1">
                <a:solidFill>
                  <a:srgbClr val="713BCC"/>
                </a:solidFill>
                <a:latin typeface="Arial"/>
                <a:ea typeface="Arial"/>
                <a:cs typeface="Arial"/>
              </a:defRPr>
            </a:lvl8pPr>
            <a:lvl9pPr>
              <a:defRPr sz="1800" b="1">
                <a:solidFill>
                  <a:srgbClr val="713BCC"/>
                </a:solidFill>
                <a:latin typeface="Arial"/>
                <a:ea typeface="Arial"/>
                <a:cs typeface="Arial"/>
              </a:defRPr>
            </a:lvl9pPr>
          </a:lstStyle>
          <a:p xmlns:a="http://schemas.openxmlformats.org/drawingml/2006/main">
            <a:pPr>
              <a:defRPr sz="1800" b="1">
                <a:solidFill>
                  <a:srgbClr val="713BCC"/>
                </a:solidFill>
                <a:latin typeface="Arial"/>
                <a:ea typeface="Arial"/>
                <a:cs typeface="Arial"/>
              </a:defRPr>
            </a:pPr>
            <a:r>
              <a:rPr sz="1800" b="1">
                <a:solidFill>
                  <a:srgbClr val="713BCC"/>
                </a:solidFill>
                <a:latin typeface="Arial"/>
                <a:ea typeface="Arial"/>
                <a:cs typeface="Arial"/>
              </a:rPr>
              <a:t>1</a:t>
            </a:r>
          </a:p>
        </p:txBody>
      </p:sp>
      <p:sp>
        <p:nvSpPr>
          <p:cNvPr id="8" name="feat-0">
            <a:extLst xmlns:a="http://schemas.openxmlformats.org/drawingml/2006/main">
              <a:ext uri="{FF2B5EF4-FFF2-40B4-BE49-F238E27FC236}">
                <a16:creationId xmlns:a16="http://schemas.microsoft.com/office/drawing/2014/main" id="{BBDA0ED5-4070-48FB-8AFA-00D59BD571DB}"/>
              </a:ext>
            </a:extLst>
          </p:cNvPr>
          <p:cNvSpPr>
            <a:spLocks xmlns:a="http://schemas.openxmlformats.org/drawingml/2006/main" noGrp="1"/>
          </p:cNvSpPr>
          <p:nvPr/>
        </p:nvSpPr>
        <p:spPr>
          <a:xfrm xmlns:a="http://schemas.openxmlformats.org/drawingml/2006/main">
            <a:off x="1381125" y="2895600"/>
            <a:ext cx="4286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defRPr sz="1800" b="1">
                <a:solidFill>
                  <a:srgbClr val="10152B"/>
                </a:solidFill>
                <a:latin typeface="Arial"/>
                <a:ea typeface="Arial"/>
                <a:cs typeface="Arial"/>
              </a:defRPr>
            </a:defPPr>
            <a:lvl1pPr>
              <a:defRPr sz="1800" b="1">
                <a:solidFill>
                  <a:srgbClr val="10152B"/>
                </a:solidFill>
                <a:latin typeface="Arial"/>
                <a:ea typeface="Arial"/>
                <a:cs typeface="Arial"/>
              </a:defRPr>
            </a:lvl1pPr>
            <a:lvl2pPr>
              <a:defRPr sz="1800" b="1">
                <a:solidFill>
                  <a:srgbClr val="10152B"/>
                </a:solidFill>
                <a:latin typeface="Arial"/>
                <a:ea typeface="Arial"/>
                <a:cs typeface="Arial"/>
              </a:defRPr>
            </a:lvl2pPr>
            <a:lvl3pPr>
              <a:defRPr sz="1800" b="1">
                <a:solidFill>
                  <a:srgbClr val="10152B"/>
                </a:solidFill>
                <a:latin typeface="Arial"/>
                <a:ea typeface="Arial"/>
                <a:cs typeface="Arial"/>
              </a:defRPr>
            </a:lvl3pPr>
            <a:lvl4pPr>
              <a:defRPr sz="1800" b="1">
                <a:solidFill>
                  <a:srgbClr val="10152B"/>
                </a:solidFill>
                <a:latin typeface="Arial"/>
                <a:ea typeface="Arial"/>
                <a:cs typeface="Arial"/>
              </a:defRPr>
            </a:lvl4pPr>
            <a:lvl5pPr>
              <a:defRPr sz="1800" b="1">
                <a:solidFill>
                  <a:srgbClr val="10152B"/>
                </a:solidFill>
                <a:latin typeface="Arial"/>
                <a:ea typeface="Arial"/>
                <a:cs typeface="Arial"/>
              </a:defRPr>
            </a:lvl5pPr>
            <a:lvl6pPr>
              <a:defRPr sz="1800" b="1">
                <a:solidFill>
                  <a:srgbClr val="10152B"/>
                </a:solidFill>
                <a:latin typeface="Arial"/>
                <a:ea typeface="Arial"/>
                <a:cs typeface="Arial"/>
              </a:defRPr>
            </a:lvl6pPr>
            <a:lvl7pPr>
              <a:defRPr sz="1800" b="1">
                <a:solidFill>
                  <a:srgbClr val="10152B"/>
                </a:solidFill>
                <a:latin typeface="Arial"/>
                <a:ea typeface="Arial"/>
                <a:cs typeface="Arial"/>
              </a:defRPr>
            </a:lvl7pPr>
            <a:lvl8pPr>
              <a:defRPr sz="1800" b="1">
                <a:solidFill>
                  <a:srgbClr val="10152B"/>
                </a:solidFill>
                <a:latin typeface="Arial"/>
                <a:ea typeface="Arial"/>
                <a:cs typeface="Arial"/>
              </a:defRPr>
            </a:lvl8pPr>
            <a:lvl9pPr>
              <a:defRPr sz="1800" b="1">
                <a:solidFill>
                  <a:srgbClr val="10152B"/>
                </a:solidFill>
                <a:latin typeface="Arial"/>
                <a:ea typeface="Arial"/>
                <a:cs typeface="Arial"/>
              </a:defRPr>
            </a:lvl9pPr>
          </a:lstStyle>
          <a:p xmlns:a="http://schemas.openxmlformats.org/drawingml/2006/main">
            <a:pPr>
              <a:defRPr sz="1800" b="1">
                <a:solidFill>
                  <a:srgbClr val="10152B"/>
                </a:solidFill>
                <a:latin typeface="Arial"/>
                <a:ea typeface="Arial"/>
                <a:cs typeface="Arial"/>
              </a:defRPr>
            </a:pPr>
            <a:r>
              <a:rPr sz="1800" b="1">
                <a:solidFill>
                  <a:srgbClr val="10152B"/>
                </a:solidFill>
                <a:latin typeface="Arial"/>
                <a:ea typeface="Arial"/>
                <a:cs typeface="Arial"/>
              </a:rPr>
              <a:t>Tenure in months</a:t>
            </a:r>
          </a:p>
        </p:txBody>
      </p:sp>
      <p:sp>
        <p:nvSpPr>
          <p:cNvPr id="9" name="feat-num-1">
            <a:extLst xmlns:a="http://schemas.openxmlformats.org/drawingml/2006/main">
              <a:ext uri="{FF2B5EF4-FFF2-40B4-BE49-F238E27FC236}">
                <a16:creationId xmlns:a16="http://schemas.microsoft.com/office/drawing/2014/main" id="{708C79B5-3F5E-462B-9B47-93E23B26B39D}"/>
              </a:ext>
            </a:extLst>
          </p:cNvPr>
          <p:cNvSpPr>
            <a:spLocks xmlns:a="http://schemas.openxmlformats.org/drawingml/2006/main" noGrp="1"/>
          </p:cNvSpPr>
          <p:nvPr/>
        </p:nvSpPr>
        <p:spPr>
          <a:xfrm xmlns:a="http://schemas.openxmlformats.org/drawingml/2006/main">
            <a:off x="781050" y="3543300"/>
            <a:ext cx="4572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defRPr sz="1800" b="1">
                <a:solidFill>
                  <a:srgbClr val="713BCC"/>
                </a:solidFill>
                <a:latin typeface="Arial"/>
                <a:ea typeface="Arial"/>
                <a:cs typeface="Arial"/>
              </a:defRPr>
            </a:defPPr>
            <a:lvl1pPr>
              <a:defRPr sz="1800" b="1">
                <a:solidFill>
                  <a:srgbClr val="713BCC"/>
                </a:solidFill>
                <a:latin typeface="Arial"/>
                <a:ea typeface="Arial"/>
                <a:cs typeface="Arial"/>
              </a:defRPr>
            </a:lvl1pPr>
            <a:lvl2pPr>
              <a:defRPr sz="1800" b="1">
                <a:solidFill>
                  <a:srgbClr val="713BCC"/>
                </a:solidFill>
                <a:latin typeface="Arial"/>
                <a:ea typeface="Arial"/>
                <a:cs typeface="Arial"/>
              </a:defRPr>
            </a:lvl2pPr>
            <a:lvl3pPr>
              <a:defRPr sz="1800" b="1">
                <a:solidFill>
                  <a:srgbClr val="713BCC"/>
                </a:solidFill>
                <a:latin typeface="Arial"/>
                <a:ea typeface="Arial"/>
                <a:cs typeface="Arial"/>
              </a:defRPr>
            </a:lvl3pPr>
            <a:lvl4pPr>
              <a:defRPr sz="1800" b="1">
                <a:solidFill>
                  <a:srgbClr val="713BCC"/>
                </a:solidFill>
                <a:latin typeface="Arial"/>
                <a:ea typeface="Arial"/>
                <a:cs typeface="Arial"/>
              </a:defRPr>
            </a:lvl4pPr>
            <a:lvl5pPr>
              <a:defRPr sz="1800" b="1">
                <a:solidFill>
                  <a:srgbClr val="713BCC"/>
                </a:solidFill>
                <a:latin typeface="Arial"/>
                <a:ea typeface="Arial"/>
                <a:cs typeface="Arial"/>
              </a:defRPr>
            </a:lvl5pPr>
            <a:lvl6pPr>
              <a:defRPr sz="1800" b="1">
                <a:solidFill>
                  <a:srgbClr val="713BCC"/>
                </a:solidFill>
                <a:latin typeface="Arial"/>
                <a:ea typeface="Arial"/>
                <a:cs typeface="Arial"/>
              </a:defRPr>
            </a:lvl6pPr>
            <a:lvl7pPr>
              <a:defRPr sz="1800" b="1">
                <a:solidFill>
                  <a:srgbClr val="713BCC"/>
                </a:solidFill>
                <a:latin typeface="Arial"/>
                <a:ea typeface="Arial"/>
                <a:cs typeface="Arial"/>
              </a:defRPr>
            </a:lvl7pPr>
            <a:lvl8pPr>
              <a:defRPr sz="1800" b="1">
                <a:solidFill>
                  <a:srgbClr val="713BCC"/>
                </a:solidFill>
                <a:latin typeface="Arial"/>
                <a:ea typeface="Arial"/>
                <a:cs typeface="Arial"/>
              </a:defRPr>
            </a:lvl8pPr>
            <a:lvl9pPr>
              <a:defRPr sz="1800" b="1">
                <a:solidFill>
                  <a:srgbClr val="713BCC"/>
                </a:solidFill>
                <a:latin typeface="Arial"/>
                <a:ea typeface="Arial"/>
                <a:cs typeface="Arial"/>
              </a:defRPr>
            </a:lvl9pPr>
          </a:lstStyle>
          <a:p xmlns:a="http://schemas.openxmlformats.org/drawingml/2006/main">
            <a:pPr>
              <a:defRPr sz="1800" b="1">
                <a:solidFill>
                  <a:srgbClr val="713BCC"/>
                </a:solidFill>
                <a:latin typeface="Arial"/>
                <a:ea typeface="Arial"/>
                <a:cs typeface="Arial"/>
              </a:defRPr>
            </a:pPr>
            <a:r>
              <a:rPr sz="1800" b="1">
                <a:solidFill>
                  <a:srgbClr val="713BCC"/>
                </a:solidFill>
                <a:latin typeface="Arial"/>
                <a:ea typeface="Arial"/>
                <a:cs typeface="Arial"/>
              </a:rPr>
              <a:t>2</a:t>
            </a:r>
          </a:p>
        </p:txBody>
      </p:sp>
      <p:sp>
        <p:nvSpPr>
          <p:cNvPr id="10" name="feat-1">
            <a:extLst xmlns:a="http://schemas.openxmlformats.org/drawingml/2006/main">
              <a:ext uri="{FF2B5EF4-FFF2-40B4-BE49-F238E27FC236}">
                <a16:creationId xmlns:a16="http://schemas.microsoft.com/office/drawing/2014/main" id="{AA5DAB1C-FB30-4F62-853F-4958BF919C8A}"/>
              </a:ext>
            </a:extLst>
          </p:cNvPr>
          <p:cNvSpPr>
            <a:spLocks xmlns:a="http://schemas.openxmlformats.org/drawingml/2006/main" noGrp="1"/>
          </p:cNvSpPr>
          <p:nvPr/>
        </p:nvSpPr>
        <p:spPr>
          <a:xfrm xmlns:a="http://schemas.openxmlformats.org/drawingml/2006/main">
            <a:off x="1381125" y="3543300"/>
            <a:ext cx="4286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defRPr sz="1800" b="0">
                <a:solidFill>
                  <a:srgbClr val="10152B"/>
                </a:solidFill>
                <a:latin typeface="Arial"/>
                <a:ea typeface="Arial"/>
                <a:cs typeface="Arial"/>
              </a:defRPr>
            </a:defPPr>
            <a:lvl1pPr>
              <a:defRPr sz="1800" b="0">
                <a:solidFill>
                  <a:srgbClr val="10152B"/>
                </a:solidFill>
                <a:latin typeface="Arial"/>
                <a:ea typeface="Arial"/>
                <a:cs typeface="Arial"/>
              </a:defRPr>
            </a:lvl1pPr>
            <a:lvl2pPr>
              <a:defRPr sz="1800" b="0">
                <a:solidFill>
                  <a:srgbClr val="10152B"/>
                </a:solidFill>
                <a:latin typeface="Arial"/>
                <a:ea typeface="Arial"/>
                <a:cs typeface="Arial"/>
              </a:defRPr>
            </a:lvl2pPr>
            <a:lvl3pPr>
              <a:defRPr sz="1800" b="0">
                <a:solidFill>
                  <a:srgbClr val="10152B"/>
                </a:solidFill>
                <a:latin typeface="Arial"/>
                <a:ea typeface="Arial"/>
                <a:cs typeface="Arial"/>
              </a:defRPr>
            </a:lvl3pPr>
            <a:lvl4pPr>
              <a:defRPr sz="1800" b="0">
                <a:solidFill>
                  <a:srgbClr val="10152B"/>
                </a:solidFill>
                <a:latin typeface="Arial"/>
                <a:ea typeface="Arial"/>
                <a:cs typeface="Arial"/>
              </a:defRPr>
            </a:lvl4pPr>
            <a:lvl5pPr>
              <a:defRPr sz="1800" b="0">
                <a:solidFill>
                  <a:srgbClr val="10152B"/>
                </a:solidFill>
                <a:latin typeface="Arial"/>
                <a:ea typeface="Arial"/>
                <a:cs typeface="Arial"/>
              </a:defRPr>
            </a:lvl5pPr>
            <a:lvl6pPr>
              <a:defRPr sz="1800" b="0">
                <a:solidFill>
                  <a:srgbClr val="10152B"/>
                </a:solidFill>
                <a:latin typeface="Arial"/>
                <a:ea typeface="Arial"/>
                <a:cs typeface="Arial"/>
              </a:defRPr>
            </a:lvl6pPr>
            <a:lvl7pPr>
              <a:defRPr sz="1800" b="0">
                <a:solidFill>
                  <a:srgbClr val="10152B"/>
                </a:solidFill>
                <a:latin typeface="Arial"/>
                <a:ea typeface="Arial"/>
                <a:cs typeface="Arial"/>
              </a:defRPr>
            </a:lvl7pPr>
            <a:lvl8pPr>
              <a:defRPr sz="1800" b="0">
                <a:solidFill>
                  <a:srgbClr val="10152B"/>
                </a:solidFill>
                <a:latin typeface="Arial"/>
                <a:ea typeface="Arial"/>
                <a:cs typeface="Arial"/>
              </a:defRPr>
            </a:lvl8pPr>
            <a:lvl9pPr>
              <a:defRPr sz="1800" b="0">
                <a:solidFill>
                  <a:srgbClr val="10152B"/>
                </a:solidFill>
                <a:latin typeface="Arial"/>
                <a:ea typeface="Arial"/>
                <a:cs typeface="Arial"/>
              </a:defRPr>
            </a:lvl9pPr>
          </a:lstStyle>
          <a:p xmlns:a="http://schemas.openxmlformats.org/drawingml/2006/main">
            <a:pPr>
              <a:defRPr sz="1800" b="0">
                <a:solidFill>
                  <a:srgbClr val="10152B"/>
                </a:solidFill>
                <a:latin typeface="Arial"/>
                <a:ea typeface="Arial"/>
                <a:cs typeface="Arial"/>
              </a:defRPr>
            </a:pPr>
            <a:r>
              <a:rPr sz="1800" b="0">
                <a:solidFill>
                  <a:srgbClr val="10152B"/>
                </a:solidFill>
                <a:latin typeface="Arial"/>
                <a:ea typeface="Arial"/>
                <a:cs typeface="Arial"/>
              </a:rPr>
              <a:t>Days since last login</a:t>
            </a:r>
          </a:p>
        </p:txBody>
      </p:sp>
      <p:sp>
        <p:nvSpPr>
          <p:cNvPr id="11" name="feat-num-2">
            <a:extLst xmlns:a="http://schemas.openxmlformats.org/drawingml/2006/main">
              <a:ext uri="{FF2B5EF4-FFF2-40B4-BE49-F238E27FC236}">
                <a16:creationId xmlns:a16="http://schemas.microsoft.com/office/drawing/2014/main" id="{AB7A9633-E520-4413-973F-9FE946031D0B}"/>
              </a:ext>
            </a:extLst>
          </p:cNvPr>
          <p:cNvSpPr>
            <a:spLocks xmlns:a="http://schemas.openxmlformats.org/drawingml/2006/main" noGrp="1"/>
          </p:cNvSpPr>
          <p:nvPr/>
        </p:nvSpPr>
        <p:spPr>
          <a:xfrm xmlns:a="http://schemas.openxmlformats.org/drawingml/2006/main">
            <a:off x="781050" y="4191000"/>
            <a:ext cx="4572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defRPr sz="1800" b="1">
                <a:solidFill>
                  <a:srgbClr val="713BCC"/>
                </a:solidFill>
                <a:latin typeface="Arial"/>
                <a:ea typeface="Arial"/>
                <a:cs typeface="Arial"/>
              </a:defRPr>
            </a:defPPr>
            <a:lvl1pPr>
              <a:defRPr sz="1800" b="1">
                <a:solidFill>
                  <a:srgbClr val="713BCC"/>
                </a:solidFill>
                <a:latin typeface="Arial"/>
                <a:ea typeface="Arial"/>
                <a:cs typeface="Arial"/>
              </a:defRPr>
            </a:lvl1pPr>
            <a:lvl2pPr>
              <a:defRPr sz="1800" b="1">
                <a:solidFill>
                  <a:srgbClr val="713BCC"/>
                </a:solidFill>
                <a:latin typeface="Arial"/>
                <a:ea typeface="Arial"/>
                <a:cs typeface="Arial"/>
              </a:defRPr>
            </a:lvl2pPr>
            <a:lvl3pPr>
              <a:defRPr sz="1800" b="1">
                <a:solidFill>
                  <a:srgbClr val="713BCC"/>
                </a:solidFill>
                <a:latin typeface="Arial"/>
                <a:ea typeface="Arial"/>
                <a:cs typeface="Arial"/>
              </a:defRPr>
            </a:lvl3pPr>
            <a:lvl4pPr>
              <a:defRPr sz="1800" b="1">
                <a:solidFill>
                  <a:srgbClr val="713BCC"/>
                </a:solidFill>
                <a:latin typeface="Arial"/>
                <a:ea typeface="Arial"/>
                <a:cs typeface="Arial"/>
              </a:defRPr>
            </a:lvl4pPr>
            <a:lvl5pPr>
              <a:defRPr sz="1800" b="1">
                <a:solidFill>
                  <a:srgbClr val="713BCC"/>
                </a:solidFill>
                <a:latin typeface="Arial"/>
                <a:ea typeface="Arial"/>
                <a:cs typeface="Arial"/>
              </a:defRPr>
            </a:lvl5pPr>
            <a:lvl6pPr>
              <a:defRPr sz="1800" b="1">
                <a:solidFill>
                  <a:srgbClr val="713BCC"/>
                </a:solidFill>
                <a:latin typeface="Arial"/>
                <a:ea typeface="Arial"/>
                <a:cs typeface="Arial"/>
              </a:defRPr>
            </a:lvl6pPr>
            <a:lvl7pPr>
              <a:defRPr sz="1800" b="1">
                <a:solidFill>
                  <a:srgbClr val="713BCC"/>
                </a:solidFill>
                <a:latin typeface="Arial"/>
                <a:ea typeface="Arial"/>
                <a:cs typeface="Arial"/>
              </a:defRPr>
            </a:lvl7pPr>
            <a:lvl8pPr>
              <a:defRPr sz="1800" b="1">
                <a:solidFill>
                  <a:srgbClr val="713BCC"/>
                </a:solidFill>
                <a:latin typeface="Arial"/>
                <a:ea typeface="Arial"/>
                <a:cs typeface="Arial"/>
              </a:defRPr>
            </a:lvl8pPr>
            <a:lvl9pPr>
              <a:defRPr sz="1800" b="1">
                <a:solidFill>
                  <a:srgbClr val="713BCC"/>
                </a:solidFill>
                <a:latin typeface="Arial"/>
                <a:ea typeface="Arial"/>
                <a:cs typeface="Arial"/>
              </a:defRPr>
            </a:lvl9pPr>
          </a:lstStyle>
          <a:p xmlns:a="http://schemas.openxmlformats.org/drawingml/2006/main">
            <a:pPr>
              <a:defRPr sz="1800" b="1">
                <a:solidFill>
                  <a:srgbClr val="713BCC"/>
                </a:solidFill>
                <a:latin typeface="Arial"/>
                <a:ea typeface="Arial"/>
                <a:cs typeface="Arial"/>
              </a:defRPr>
            </a:pPr>
            <a:r>
              <a:rPr sz="1800" b="1">
                <a:solidFill>
                  <a:srgbClr val="713BCC"/>
                </a:solidFill>
                <a:latin typeface="Arial"/>
                <a:ea typeface="Arial"/>
                <a:cs typeface="Arial"/>
              </a:rPr>
              <a:t>3</a:t>
            </a:r>
          </a:p>
        </p:txBody>
      </p:sp>
      <p:sp>
        <p:nvSpPr>
          <p:cNvPr id="12" name="feat-2">
            <a:extLst xmlns:a="http://schemas.openxmlformats.org/drawingml/2006/main">
              <a:ext uri="{FF2B5EF4-FFF2-40B4-BE49-F238E27FC236}">
                <a16:creationId xmlns:a16="http://schemas.microsoft.com/office/drawing/2014/main" id="{F95279B4-0AC0-445B-B5A1-05CFCA204849}"/>
              </a:ext>
            </a:extLst>
          </p:cNvPr>
          <p:cNvSpPr>
            <a:spLocks xmlns:a="http://schemas.openxmlformats.org/drawingml/2006/main" noGrp="1"/>
          </p:cNvSpPr>
          <p:nvPr/>
        </p:nvSpPr>
        <p:spPr>
          <a:xfrm xmlns:a="http://schemas.openxmlformats.org/drawingml/2006/main">
            <a:off x="1381125" y="4191000"/>
            <a:ext cx="4286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defRPr sz="1800" b="0">
                <a:solidFill>
                  <a:srgbClr val="10152B"/>
                </a:solidFill>
                <a:latin typeface="Arial"/>
                <a:ea typeface="Arial"/>
                <a:cs typeface="Arial"/>
              </a:defRPr>
            </a:defPPr>
            <a:lvl1pPr>
              <a:defRPr sz="1800" b="0">
                <a:solidFill>
                  <a:srgbClr val="10152B"/>
                </a:solidFill>
                <a:latin typeface="Arial"/>
                <a:ea typeface="Arial"/>
                <a:cs typeface="Arial"/>
              </a:defRPr>
            </a:lvl1pPr>
            <a:lvl2pPr>
              <a:defRPr sz="1800" b="0">
                <a:solidFill>
                  <a:srgbClr val="10152B"/>
                </a:solidFill>
                <a:latin typeface="Arial"/>
                <a:ea typeface="Arial"/>
                <a:cs typeface="Arial"/>
              </a:defRPr>
            </a:lvl2pPr>
            <a:lvl3pPr>
              <a:defRPr sz="1800" b="0">
                <a:solidFill>
                  <a:srgbClr val="10152B"/>
                </a:solidFill>
                <a:latin typeface="Arial"/>
                <a:ea typeface="Arial"/>
                <a:cs typeface="Arial"/>
              </a:defRPr>
            </a:lvl3pPr>
            <a:lvl4pPr>
              <a:defRPr sz="1800" b="0">
                <a:solidFill>
                  <a:srgbClr val="10152B"/>
                </a:solidFill>
                <a:latin typeface="Arial"/>
                <a:ea typeface="Arial"/>
                <a:cs typeface="Arial"/>
              </a:defRPr>
            </a:lvl4pPr>
            <a:lvl5pPr>
              <a:defRPr sz="1800" b="0">
                <a:solidFill>
                  <a:srgbClr val="10152B"/>
                </a:solidFill>
                <a:latin typeface="Arial"/>
                <a:ea typeface="Arial"/>
                <a:cs typeface="Arial"/>
              </a:defRPr>
            </a:lvl5pPr>
            <a:lvl6pPr>
              <a:defRPr sz="1800" b="0">
                <a:solidFill>
                  <a:srgbClr val="10152B"/>
                </a:solidFill>
                <a:latin typeface="Arial"/>
                <a:ea typeface="Arial"/>
                <a:cs typeface="Arial"/>
              </a:defRPr>
            </a:lvl6pPr>
            <a:lvl7pPr>
              <a:defRPr sz="1800" b="0">
                <a:solidFill>
                  <a:srgbClr val="10152B"/>
                </a:solidFill>
                <a:latin typeface="Arial"/>
                <a:ea typeface="Arial"/>
                <a:cs typeface="Arial"/>
              </a:defRPr>
            </a:lvl7pPr>
            <a:lvl8pPr>
              <a:defRPr sz="1800" b="0">
                <a:solidFill>
                  <a:srgbClr val="10152B"/>
                </a:solidFill>
                <a:latin typeface="Arial"/>
                <a:ea typeface="Arial"/>
                <a:cs typeface="Arial"/>
              </a:defRPr>
            </a:lvl8pPr>
            <a:lvl9pPr>
              <a:defRPr sz="1800" b="0">
                <a:solidFill>
                  <a:srgbClr val="10152B"/>
                </a:solidFill>
                <a:latin typeface="Arial"/>
                <a:ea typeface="Arial"/>
                <a:cs typeface="Arial"/>
              </a:defRPr>
            </a:lvl9pPr>
          </a:lstStyle>
          <a:p xmlns:a="http://schemas.openxmlformats.org/drawingml/2006/main">
            <a:pPr>
              <a:defRPr sz="1800" b="0">
                <a:solidFill>
                  <a:srgbClr val="10152B"/>
                </a:solidFill>
                <a:latin typeface="Arial"/>
                <a:ea typeface="Arial"/>
                <a:cs typeface="Arial"/>
              </a:defRPr>
            </a:pPr>
            <a:r>
              <a:rPr sz="1800" b="0">
                <a:solidFill>
                  <a:srgbClr val="10152B"/>
                </a:solidFill>
                <a:latin typeface="Arial"/>
                <a:ea typeface="Arial"/>
                <a:cs typeface="Arial"/>
              </a:rPr>
              <a:t>Sessions in the last 30 days</a:t>
            </a:r>
          </a:p>
        </p:txBody>
      </p:sp>
      <p:sp>
        <p:nvSpPr>
          <p:cNvPr id="13" name="right-rule">
            <a:extLst xmlns:a="http://schemas.openxmlformats.org/drawingml/2006/main">
              <a:ext uri="{FF2B5EF4-FFF2-40B4-BE49-F238E27FC236}">
                <a16:creationId xmlns:a16="http://schemas.microsoft.com/office/drawing/2014/main" id="{093E2221-A494-4DA4-8BEA-3C6319022EAF}"/>
              </a:ext>
            </a:extLst>
          </p:cNvPr>
          <p:cNvSpPr>
            <a:spLocks xmlns:a="http://schemas.openxmlformats.org/drawingml/2006/main" noGrp="1"/>
          </p:cNvSpPr>
          <p:nvPr/>
        </p:nvSpPr>
        <p:spPr>
          <a:xfrm xmlns:a="http://schemas.openxmlformats.org/drawingml/2006/main">
            <a:off x="6381750" y="2438400"/>
            <a:ext cx="19050" cy="2705100"/>
          </a:xfrm>
          <a:prstGeom xmlns:a="http://schemas.openxmlformats.org/drawingml/2006/main" prst="rect">
            <a:avLst/>
          </a:prstGeom>
          <a:solidFill xmlns:a="http://schemas.openxmlformats.org/drawingml/2006/main">
            <a:srgbClr val="D9DCE7"/>
          </a:solidFill>
          <a:ln xmlns:a="http://schemas.openxmlformats.org/drawingml/2006/main" w="0">
            <a:noFill/>
            <a:prstDash val="solid"/>
          </a:ln>
        </p:spPr>
      </p:sp>
      <p:sp>
        <p:nvSpPr>
          <p:cNvPr id="14" name="test-label">
            <a:extLst xmlns:a="http://schemas.openxmlformats.org/drawingml/2006/main">
              <a:ext uri="{FF2B5EF4-FFF2-40B4-BE49-F238E27FC236}">
                <a16:creationId xmlns:a16="http://schemas.microsoft.com/office/drawing/2014/main" id="{D3D19988-8B7E-495B-896D-F76AC20D9A38}"/>
              </a:ext>
            </a:extLst>
          </p:cNvPr>
          <p:cNvSpPr>
            <a:spLocks xmlns:a="http://schemas.openxmlformats.org/drawingml/2006/main" noGrp="1"/>
          </p:cNvSpPr>
          <p:nvPr/>
        </p:nvSpPr>
        <p:spPr>
          <a:xfrm xmlns:a="http://schemas.openxmlformats.org/drawingml/2006/main">
            <a:off x="6858000" y="2457450"/>
            <a:ext cx="3810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defRPr sz="1275" b="1">
                <a:solidFill>
                  <a:srgbClr val="713BCC"/>
                </a:solidFill>
                <a:latin typeface="Arial"/>
                <a:ea typeface="Arial"/>
                <a:cs typeface="Arial"/>
              </a:defRPr>
            </a:defPPr>
            <a:lvl1pPr>
              <a:defRPr sz="1275" b="1">
                <a:solidFill>
                  <a:srgbClr val="713BCC"/>
                </a:solidFill>
                <a:latin typeface="Arial"/>
                <a:ea typeface="Arial"/>
                <a:cs typeface="Arial"/>
              </a:defRPr>
            </a:lvl1pPr>
            <a:lvl2pPr>
              <a:defRPr sz="1275" b="1">
                <a:solidFill>
                  <a:srgbClr val="713BCC"/>
                </a:solidFill>
                <a:latin typeface="Arial"/>
                <a:ea typeface="Arial"/>
                <a:cs typeface="Arial"/>
              </a:defRPr>
            </a:lvl2pPr>
            <a:lvl3pPr>
              <a:defRPr sz="1275" b="1">
                <a:solidFill>
                  <a:srgbClr val="713BCC"/>
                </a:solidFill>
                <a:latin typeface="Arial"/>
                <a:ea typeface="Arial"/>
                <a:cs typeface="Arial"/>
              </a:defRPr>
            </a:lvl3pPr>
            <a:lvl4pPr>
              <a:defRPr sz="1275" b="1">
                <a:solidFill>
                  <a:srgbClr val="713BCC"/>
                </a:solidFill>
                <a:latin typeface="Arial"/>
                <a:ea typeface="Arial"/>
                <a:cs typeface="Arial"/>
              </a:defRPr>
            </a:lvl4pPr>
            <a:lvl5pPr>
              <a:defRPr sz="1275" b="1">
                <a:solidFill>
                  <a:srgbClr val="713BCC"/>
                </a:solidFill>
                <a:latin typeface="Arial"/>
                <a:ea typeface="Arial"/>
                <a:cs typeface="Arial"/>
              </a:defRPr>
            </a:lvl5pPr>
            <a:lvl6pPr>
              <a:defRPr sz="1275" b="1">
                <a:solidFill>
                  <a:srgbClr val="713BCC"/>
                </a:solidFill>
                <a:latin typeface="Arial"/>
                <a:ea typeface="Arial"/>
                <a:cs typeface="Arial"/>
              </a:defRPr>
            </a:lvl6pPr>
            <a:lvl7pPr>
              <a:defRPr sz="1275" b="1">
                <a:solidFill>
                  <a:srgbClr val="713BCC"/>
                </a:solidFill>
                <a:latin typeface="Arial"/>
                <a:ea typeface="Arial"/>
                <a:cs typeface="Arial"/>
              </a:defRPr>
            </a:lvl7pPr>
            <a:lvl8pPr>
              <a:defRPr sz="1275" b="1">
                <a:solidFill>
                  <a:srgbClr val="713BCC"/>
                </a:solidFill>
                <a:latin typeface="Arial"/>
                <a:ea typeface="Arial"/>
                <a:cs typeface="Arial"/>
              </a:defRPr>
            </a:lvl8pPr>
            <a:lvl9pPr>
              <a:defRPr sz="1275" b="1">
                <a:solidFill>
                  <a:srgbClr val="713BCC"/>
                </a:solidFill>
                <a:latin typeface="Arial"/>
                <a:ea typeface="Arial"/>
                <a:cs typeface="Arial"/>
              </a:defRPr>
            </a:lvl9pPr>
          </a:lstStyle>
          <a:p xmlns:a="http://schemas.openxmlformats.org/drawingml/2006/main">
            <a:pPr>
              <a:defRPr sz="1275" b="1">
                <a:solidFill>
                  <a:srgbClr val="713BCC"/>
                </a:solidFill>
                <a:latin typeface="Arial"/>
                <a:ea typeface="Arial"/>
                <a:cs typeface="Arial"/>
              </a:defRPr>
            </a:pPr>
            <a:r>
              <a:rPr sz="1275" b="1">
                <a:solidFill>
                  <a:srgbClr val="713BCC"/>
                </a:solidFill>
                <a:latin typeface="Arial"/>
                <a:ea typeface="Arial"/>
                <a:cs typeface="Arial"/>
              </a:rPr>
              <a:t>RETENTION TEST</a:t>
            </a:r>
          </a:p>
        </p:txBody>
      </p:sp>
      <p:sp>
        <p:nvSpPr>
          <p:cNvPr id="15" name="test-title">
            <a:extLst xmlns:a="http://schemas.openxmlformats.org/drawingml/2006/main">
              <a:ext uri="{FF2B5EF4-FFF2-40B4-BE49-F238E27FC236}">
                <a16:creationId xmlns:a16="http://schemas.microsoft.com/office/drawing/2014/main" id="{83956ADE-4960-4C5F-8086-DE7971CA27E8}"/>
              </a:ext>
            </a:extLst>
          </p:cNvPr>
          <p:cNvSpPr>
            <a:spLocks xmlns:a="http://schemas.openxmlformats.org/drawingml/2006/main" noGrp="1"/>
          </p:cNvSpPr>
          <p:nvPr/>
        </p:nvSpPr>
        <p:spPr>
          <a:xfrm xmlns:a="http://schemas.openxmlformats.org/drawingml/2006/main">
            <a:off x="6858000" y="2914650"/>
            <a:ext cx="4191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defRPr sz="2250" b="1">
                <a:solidFill>
                  <a:srgbClr val="10152B"/>
                </a:solidFill>
                <a:latin typeface="Arial"/>
                <a:ea typeface="Arial"/>
                <a:cs typeface="Arial"/>
              </a:defRPr>
            </a:defPPr>
            <a:lvl1pPr>
              <a:defRPr sz="2250" b="1">
                <a:solidFill>
                  <a:srgbClr val="10152B"/>
                </a:solidFill>
                <a:latin typeface="Arial"/>
                <a:ea typeface="Arial"/>
                <a:cs typeface="Arial"/>
              </a:defRPr>
            </a:lvl1pPr>
            <a:lvl2pPr>
              <a:defRPr sz="2250" b="1">
                <a:solidFill>
                  <a:srgbClr val="10152B"/>
                </a:solidFill>
                <a:latin typeface="Arial"/>
                <a:ea typeface="Arial"/>
                <a:cs typeface="Arial"/>
              </a:defRPr>
            </a:lvl2pPr>
            <a:lvl3pPr>
              <a:defRPr sz="2250" b="1">
                <a:solidFill>
                  <a:srgbClr val="10152B"/>
                </a:solidFill>
                <a:latin typeface="Arial"/>
                <a:ea typeface="Arial"/>
                <a:cs typeface="Arial"/>
              </a:defRPr>
            </a:lvl3pPr>
            <a:lvl4pPr>
              <a:defRPr sz="2250" b="1">
                <a:solidFill>
                  <a:srgbClr val="10152B"/>
                </a:solidFill>
                <a:latin typeface="Arial"/>
                <a:ea typeface="Arial"/>
                <a:cs typeface="Arial"/>
              </a:defRPr>
            </a:lvl4pPr>
            <a:lvl5pPr>
              <a:defRPr sz="2250" b="1">
                <a:solidFill>
                  <a:srgbClr val="10152B"/>
                </a:solidFill>
                <a:latin typeface="Arial"/>
                <a:ea typeface="Arial"/>
                <a:cs typeface="Arial"/>
              </a:defRPr>
            </a:lvl5pPr>
            <a:lvl6pPr>
              <a:defRPr sz="2250" b="1">
                <a:solidFill>
                  <a:srgbClr val="10152B"/>
                </a:solidFill>
                <a:latin typeface="Arial"/>
                <a:ea typeface="Arial"/>
                <a:cs typeface="Arial"/>
              </a:defRPr>
            </a:lvl6pPr>
            <a:lvl7pPr>
              <a:defRPr sz="2250" b="1">
                <a:solidFill>
                  <a:srgbClr val="10152B"/>
                </a:solidFill>
                <a:latin typeface="Arial"/>
                <a:ea typeface="Arial"/>
                <a:cs typeface="Arial"/>
              </a:defRPr>
            </a:lvl7pPr>
            <a:lvl8pPr>
              <a:defRPr sz="2250" b="1">
                <a:solidFill>
                  <a:srgbClr val="10152B"/>
                </a:solidFill>
                <a:latin typeface="Arial"/>
                <a:ea typeface="Arial"/>
                <a:cs typeface="Arial"/>
              </a:defRPr>
            </a:lvl8pPr>
            <a:lvl9pPr>
              <a:defRPr sz="2250" b="1">
                <a:solidFill>
                  <a:srgbClr val="10152B"/>
                </a:solidFill>
                <a:latin typeface="Arial"/>
                <a:ea typeface="Arial"/>
                <a:cs typeface="Arial"/>
              </a:defRPr>
            </a:lvl9pPr>
          </a:lstStyle>
          <a:p xmlns:a="http://schemas.openxmlformats.org/drawingml/2006/main">
            <a:pPr>
              <a:defRPr sz="2250" b="1">
                <a:solidFill>
                  <a:srgbClr val="10152B"/>
                </a:solidFill>
                <a:latin typeface="Arial"/>
                <a:ea typeface="Arial"/>
                <a:cs typeface="Arial"/>
              </a:defRPr>
            </a:pPr>
            <a:r>
              <a:rPr sz="2250" b="1">
                <a:solidFill>
                  <a:srgbClr val="10152B"/>
                </a:solidFill>
                <a:latin typeface="Arial"/>
                <a:ea typeface="Arial"/>
                <a:cs typeface="Arial"/>
              </a:rPr>
              <a:t>Risk group vs holdout</a:t>
            </a:r>
          </a:p>
        </p:txBody>
      </p:sp>
      <p:sp>
        <p:nvSpPr>
          <p:cNvPr id="16" name="test-copy">
            <a:extLst xmlns:a="http://schemas.openxmlformats.org/drawingml/2006/main">
              <a:ext uri="{FF2B5EF4-FFF2-40B4-BE49-F238E27FC236}">
                <a16:creationId xmlns:a16="http://schemas.microsoft.com/office/drawing/2014/main" id="{C7A3D67D-2992-470E-B91F-7F84649E005D}"/>
              </a:ext>
            </a:extLst>
          </p:cNvPr>
          <p:cNvSpPr>
            <a:spLocks xmlns:a="http://schemas.openxmlformats.org/drawingml/2006/main" noGrp="1"/>
          </p:cNvSpPr>
          <p:nvPr/>
        </p:nvSpPr>
        <p:spPr>
          <a:xfrm xmlns:a="http://schemas.openxmlformats.org/drawingml/2006/main">
            <a:off x="6858000" y="3505200"/>
            <a:ext cx="4000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defRPr sz="1725" b="0">
                <a:solidFill>
                  <a:srgbClr val="596176"/>
                </a:solidFill>
                <a:latin typeface="Arial"/>
                <a:ea typeface="Arial"/>
                <a:cs typeface="Arial"/>
              </a:defRPr>
            </a:defPPr>
            <a:lvl1pPr>
              <a:defRPr sz="1725" b="0">
                <a:solidFill>
                  <a:srgbClr val="596176"/>
                </a:solidFill>
                <a:latin typeface="Arial"/>
                <a:ea typeface="Arial"/>
                <a:cs typeface="Arial"/>
              </a:defRPr>
            </a:lvl1pPr>
            <a:lvl2pPr>
              <a:defRPr sz="1725" b="0">
                <a:solidFill>
                  <a:srgbClr val="596176"/>
                </a:solidFill>
                <a:latin typeface="Arial"/>
                <a:ea typeface="Arial"/>
                <a:cs typeface="Arial"/>
              </a:defRPr>
            </a:lvl2pPr>
            <a:lvl3pPr>
              <a:defRPr sz="1725" b="0">
                <a:solidFill>
                  <a:srgbClr val="596176"/>
                </a:solidFill>
                <a:latin typeface="Arial"/>
                <a:ea typeface="Arial"/>
                <a:cs typeface="Arial"/>
              </a:defRPr>
            </a:lvl3pPr>
            <a:lvl4pPr>
              <a:defRPr sz="1725" b="0">
                <a:solidFill>
                  <a:srgbClr val="596176"/>
                </a:solidFill>
                <a:latin typeface="Arial"/>
                <a:ea typeface="Arial"/>
                <a:cs typeface="Arial"/>
              </a:defRPr>
            </a:lvl4pPr>
            <a:lvl5pPr>
              <a:defRPr sz="1725" b="0">
                <a:solidFill>
                  <a:srgbClr val="596176"/>
                </a:solidFill>
                <a:latin typeface="Arial"/>
                <a:ea typeface="Arial"/>
                <a:cs typeface="Arial"/>
              </a:defRPr>
            </a:lvl5pPr>
            <a:lvl6pPr>
              <a:defRPr sz="1725" b="0">
                <a:solidFill>
                  <a:srgbClr val="596176"/>
                </a:solidFill>
                <a:latin typeface="Arial"/>
                <a:ea typeface="Arial"/>
                <a:cs typeface="Arial"/>
              </a:defRPr>
            </a:lvl6pPr>
            <a:lvl7pPr>
              <a:defRPr sz="1725" b="0">
                <a:solidFill>
                  <a:srgbClr val="596176"/>
                </a:solidFill>
                <a:latin typeface="Arial"/>
                <a:ea typeface="Arial"/>
                <a:cs typeface="Arial"/>
              </a:defRPr>
            </a:lvl7pPr>
            <a:lvl8pPr>
              <a:defRPr sz="1725" b="0">
                <a:solidFill>
                  <a:srgbClr val="596176"/>
                </a:solidFill>
                <a:latin typeface="Arial"/>
                <a:ea typeface="Arial"/>
                <a:cs typeface="Arial"/>
              </a:defRPr>
            </a:lvl8pPr>
            <a:lvl9pPr>
              <a:defRPr sz="1725" b="0">
                <a:solidFill>
                  <a:srgbClr val="596176"/>
                </a:solidFill>
                <a:latin typeface="Arial"/>
                <a:ea typeface="Arial"/>
                <a:cs typeface="Arial"/>
              </a:defRPr>
            </a:lvl9pPr>
          </a:lstStyle>
          <a:p xmlns:a="http://schemas.openxmlformats.org/drawingml/2006/main">
            <a:pPr>
              <a:defRPr sz="1725" b="0">
                <a:solidFill>
                  <a:srgbClr val="596176"/>
                </a:solidFill>
                <a:latin typeface="Arial"/>
                <a:ea typeface="Arial"/>
                <a:cs typeface="Arial"/>
              </a:defRPr>
            </a:pPr>
            <a:r>
              <a:rPr sz="1725" b="0">
                <a:solidFill>
                  <a:srgbClr val="596176"/>
                </a:solidFill>
                <a:latin typeface="Arial"/>
                <a:ea typeface="Arial"/>
                <a:cs typeface="Arial"/>
              </a:rPr>
              <a:t>Compare incremental customers retained and margin after offer cost.</a:t>
            </a:r>
          </a:p>
        </p:txBody>
      </p:sp>
      <p:sp>
        <p:nvSpPr>
          <p:cNvPr id="17" name="ev-label">
            <a:extLst xmlns:a="http://schemas.openxmlformats.org/drawingml/2006/main">
              <a:ext uri="{FF2B5EF4-FFF2-40B4-BE49-F238E27FC236}">
                <a16:creationId xmlns:a16="http://schemas.microsoft.com/office/drawing/2014/main" id="{D9DC8967-5313-4813-AE6D-212D14B271E7}"/>
              </a:ext>
            </a:extLst>
          </p:cNvPr>
          <p:cNvSpPr>
            <a:spLocks xmlns:a="http://schemas.openxmlformats.org/drawingml/2006/main" noGrp="1"/>
          </p:cNvSpPr>
          <p:nvPr/>
        </p:nvSpPr>
        <p:spPr>
          <a:xfrm xmlns:a="http://schemas.openxmlformats.org/drawingml/2006/main">
            <a:off x="781050" y="5143500"/>
            <a:ext cx="238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defRPr sz="1200" b="1">
                <a:solidFill>
                  <a:srgbClr val="D59B20"/>
                </a:solidFill>
                <a:latin typeface="Arial"/>
                <a:ea typeface="Arial"/>
                <a:cs typeface="Arial"/>
              </a:defRPr>
            </a:defPPr>
            <a:lvl1pPr>
              <a:defRPr sz="1200" b="1">
                <a:solidFill>
                  <a:srgbClr val="D59B20"/>
                </a:solidFill>
                <a:latin typeface="Arial"/>
                <a:ea typeface="Arial"/>
                <a:cs typeface="Arial"/>
              </a:defRPr>
            </a:lvl1pPr>
            <a:lvl2pPr>
              <a:defRPr sz="1200" b="1">
                <a:solidFill>
                  <a:srgbClr val="D59B20"/>
                </a:solidFill>
                <a:latin typeface="Arial"/>
                <a:ea typeface="Arial"/>
                <a:cs typeface="Arial"/>
              </a:defRPr>
            </a:lvl2pPr>
            <a:lvl3pPr>
              <a:defRPr sz="1200" b="1">
                <a:solidFill>
                  <a:srgbClr val="D59B20"/>
                </a:solidFill>
                <a:latin typeface="Arial"/>
                <a:ea typeface="Arial"/>
                <a:cs typeface="Arial"/>
              </a:defRPr>
            </a:lvl3pPr>
            <a:lvl4pPr>
              <a:defRPr sz="1200" b="1">
                <a:solidFill>
                  <a:srgbClr val="D59B20"/>
                </a:solidFill>
                <a:latin typeface="Arial"/>
                <a:ea typeface="Arial"/>
                <a:cs typeface="Arial"/>
              </a:defRPr>
            </a:lvl4pPr>
            <a:lvl5pPr>
              <a:defRPr sz="1200" b="1">
                <a:solidFill>
                  <a:srgbClr val="D59B20"/>
                </a:solidFill>
                <a:latin typeface="Arial"/>
                <a:ea typeface="Arial"/>
                <a:cs typeface="Arial"/>
              </a:defRPr>
            </a:lvl5pPr>
            <a:lvl6pPr>
              <a:defRPr sz="1200" b="1">
                <a:solidFill>
                  <a:srgbClr val="D59B20"/>
                </a:solidFill>
                <a:latin typeface="Arial"/>
                <a:ea typeface="Arial"/>
                <a:cs typeface="Arial"/>
              </a:defRPr>
            </a:lvl6pPr>
            <a:lvl7pPr>
              <a:defRPr sz="1200" b="1">
                <a:solidFill>
                  <a:srgbClr val="D59B20"/>
                </a:solidFill>
                <a:latin typeface="Arial"/>
                <a:ea typeface="Arial"/>
                <a:cs typeface="Arial"/>
              </a:defRPr>
            </a:lvl7pPr>
            <a:lvl8pPr>
              <a:defRPr sz="1200" b="1">
                <a:solidFill>
                  <a:srgbClr val="D59B20"/>
                </a:solidFill>
                <a:latin typeface="Arial"/>
                <a:ea typeface="Arial"/>
                <a:cs typeface="Arial"/>
              </a:defRPr>
            </a:lvl8pPr>
            <a:lvl9pPr>
              <a:defRPr sz="1200" b="1">
                <a:solidFill>
                  <a:srgbClr val="D59B20"/>
                </a:solidFill>
                <a:latin typeface="Arial"/>
                <a:ea typeface="Arial"/>
                <a:cs typeface="Arial"/>
              </a:defRPr>
            </a:lvl9pPr>
          </a:lstStyle>
          <a:p xmlns:a="http://schemas.openxmlformats.org/drawingml/2006/main">
            <a:pPr>
              <a:defRPr sz="1200" b="1">
                <a:solidFill>
                  <a:srgbClr val="D59B20"/>
                </a:solidFill>
                <a:latin typeface="Arial"/>
                <a:ea typeface="Arial"/>
                <a:cs typeface="Arial"/>
              </a:defRPr>
            </a:pPr>
            <a:r>
              <a:rPr sz="1200" b="1">
                <a:solidFill>
                  <a:srgbClr val="D59B20"/>
                </a:solidFill>
                <a:latin typeface="Arial"/>
                <a:ea typeface="Arial"/>
                <a:cs typeface="Arial"/>
              </a:rPr>
              <a:t>EXPECTED VALUE</a:t>
            </a:r>
          </a:p>
        </p:txBody>
      </p:sp>
      <p:sp>
        <p:nvSpPr>
          <p:cNvPr id="18" name="ev-formula">
            <a:extLst xmlns:a="http://schemas.openxmlformats.org/drawingml/2006/main">
              <a:ext uri="{FF2B5EF4-FFF2-40B4-BE49-F238E27FC236}">
                <a16:creationId xmlns:a16="http://schemas.microsoft.com/office/drawing/2014/main" id="{3115CB7E-34C2-4AEA-A708-12DCB2BB0AAF}"/>
              </a:ext>
            </a:extLst>
          </p:cNvPr>
          <p:cNvSpPr>
            <a:spLocks xmlns:a="http://schemas.openxmlformats.org/drawingml/2006/main" noGrp="1"/>
          </p:cNvSpPr>
          <p:nvPr/>
        </p:nvSpPr>
        <p:spPr>
          <a:xfrm xmlns:a="http://schemas.openxmlformats.org/drawingml/2006/main">
            <a:off x="781050" y="5448300"/>
            <a:ext cx="10096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defRPr sz="1950" b="1">
                <a:solidFill>
                  <a:srgbClr val="10152B"/>
                </a:solidFill>
                <a:latin typeface="Arial"/>
                <a:ea typeface="Arial"/>
                <a:cs typeface="Arial"/>
              </a:defRPr>
            </a:defPPr>
            <a:lvl1pPr>
              <a:defRPr sz="1950" b="1">
                <a:solidFill>
                  <a:srgbClr val="10152B"/>
                </a:solidFill>
                <a:latin typeface="Arial"/>
                <a:ea typeface="Arial"/>
                <a:cs typeface="Arial"/>
              </a:defRPr>
            </a:lvl1pPr>
            <a:lvl2pPr>
              <a:defRPr sz="1950" b="1">
                <a:solidFill>
                  <a:srgbClr val="10152B"/>
                </a:solidFill>
                <a:latin typeface="Arial"/>
                <a:ea typeface="Arial"/>
                <a:cs typeface="Arial"/>
              </a:defRPr>
            </a:lvl2pPr>
            <a:lvl3pPr>
              <a:defRPr sz="1950" b="1">
                <a:solidFill>
                  <a:srgbClr val="10152B"/>
                </a:solidFill>
                <a:latin typeface="Arial"/>
                <a:ea typeface="Arial"/>
                <a:cs typeface="Arial"/>
              </a:defRPr>
            </a:lvl3pPr>
            <a:lvl4pPr>
              <a:defRPr sz="1950" b="1">
                <a:solidFill>
                  <a:srgbClr val="10152B"/>
                </a:solidFill>
                <a:latin typeface="Arial"/>
                <a:ea typeface="Arial"/>
                <a:cs typeface="Arial"/>
              </a:defRPr>
            </a:lvl4pPr>
            <a:lvl5pPr>
              <a:defRPr sz="1950" b="1">
                <a:solidFill>
                  <a:srgbClr val="10152B"/>
                </a:solidFill>
                <a:latin typeface="Arial"/>
                <a:ea typeface="Arial"/>
                <a:cs typeface="Arial"/>
              </a:defRPr>
            </a:lvl5pPr>
            <a:lvl6pPr>
              <a:defRPr sz="1950" b="1">
                <a:solidFill>
                  <a:srgbClr val="10152B"/>
                </a:solidFill>
                <a:latin typeface="Arial"/>
                <a:ea typeface="Arial"/>
                <a:cs typeface="Arial"/>
              </a:defRPr>
            </a:lvl6pPr>
            <a:lvl7pPr>
              <a:defRPr sz="1950" b="1">
                <a:solidFill>
                  <a:srgbClr val="10152B"/>
                </a:solidFill>
                <a:latin typeface="Arial"/>
                <a:ea typeface="Arial"/>
                <a:cs typeface="Arial"/>
              </a:defRPr>
            </a:lvl7pPr>
            <a:lvl8pPr>
              <a:defRPr sz="1950" b="1">
                <a:solidFill>
                  <a:srgbClr val="10152B"/>
                </a:solidFill>
                <a:latin typeface="Arial"/>
                <a:ea typeface="Arial"/>
                <a:cs typeface="Arial"/>
              </a:defRPr>
            </a:lvl8pPr>
            <a:lvl9pPr>
              <a:defRPr sz="1950" b="1">
                <a:solidFill>
                  <a:srgbClr val="10152B"/>
                </a:solidFill>
                <a:latin typeface="Arial"/>
                <a:ea typeface="Arial"/>
                <a:cs typeface="Arial"/>
              </a:defRPr>
            </a:lvl9pPr>
          </a:lstStyle>
          <a:p xmlns:a="http://schemas.openxmlformats.org/drawingml/2006/main">
            <a:pPr>
              <a:defRPr sz="1950" b="1">
                <a:solidFill>
                  <a:srgbClr val="10152B"/>
                </a:solidFill>
                <a:latin typeface="Arial"/>
                <a:ea typeface="Arial"/>
                <a:cs typeface="Arial"/>
              </a:defRPr>
            </a:pPr>
            <a:r>
              <a:rPr sz="1950" b="1">
                <a:solidFill>
                  <a:srgbClr val="10152B"/>
                </a:solidFill>
                <a:latin typeface="Arial"/>
                <a:ea typeface="Arial"/>
                <a:cs typeface="Arial"/>
              </a:rPr>
              <a:t>Incremental retained margin − outreach cost</a:t>
            </a:r>
          </a:p>
        </p:txBody>
      </p:sp>
      <p:sp>
        <p:nvSpPr>
          <p:cNvPr id="19" name="caveat">
            <a:extLst xmlns:a="http://schemas.openxmlformats.org/drawingml/2006/main">
              <a:ext uri="{FF2B5EF4-FFF2-40B4-BE49-F238E27FC236}">
                <a16:creationId xmlns:a16="http://schemas.microsoft.com/office/drawing/2014/main" id="{BBDF24C6-A24F-4287-8AC2-1C0DDB29F809}"/>
              </a:ext>
            </a:extLst>
          </p:cNvPr>
          <p:cNvSpPr>
            <a:spLocks xmlns:a="http://schemas.openxmlformats.org/drawingml/2006/main" noGrp="1"/>
          </p:cNvSpPr>
          <p:nvPr/>
        </p:nvSpPr>
        <p:spPr>
          <a:xfrm xmlns:a="http://schemas.openxmlformats.org/drawingml/2006/main">
            <a:off x="781050" y="5857875"/>
            <a:ext cx="1047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defRPr sz="1125" b="0">
                <a:solidFill>
                  <a:srgbClr val="596176"/>
                </a:solidFill>
                <a:latin typeface="Arial"/>
                <a:ea typeface="Arial"/>
                <a:cs typeface="Arial"/>
              </a:defRPr>
            </a:defPPr>
            <a:lvl1pPr>
              <a:defRPr sz="1125" b="0">
                <a:solidFill>
                  <a:srgbClr val="596176"/>
                </a:solidFill>
                <a:latin typeface="Arial"/>
                <a:ea typeface="Arial"/>
                <a:cs typeface="Arial"/>
              </a:defRPr>
            </a:lvl1pPr>
            <a:lvl2pPr>
              <a:defRPr sz="1125" b="0">
                <a:solidFill>
                  <a:srgbClr val="596176"/>
                </a:solidFill>
                <a:latin typeface="Arial"/>
                <a:ea typeface="Arial"/>
                <a:cs typeface="Arial"/>
              </a:defRPr>
            </a:lvl2pPr>
            <a:lvl3pPr>
              <a:defRPr sz="1125" b="0">
                <a:solidFill>
                  <a:srgbClr val="596176"/>
                </a:solidFill>
                <a:latin typeface="Arial"/>
                <a:ea typeface="Arial"/>
                <a:cs typeface="Arial"/>
              </a:defRPr>
            </a:lvl3pPr>
            <a:lvl4pPr>
              <a:defRPr sz="1125" b="0">
                <a:solidFill>
                  <a:srgbClr val="596176"/>
                </a:solidFill>
                <a:latin typeface="Arial"/>
                <a:ea typeface="Arial"/>
                <a:cs typeface="Arial"/>
              </a:defRPr>
            </a:lvl4pPr>
            <a:lvl5pPr>
              <a:defRPr sz="1125" b="0">
                <a:solidFill>
                  <a:srgbClr val="596176"/>
                </a:solidFill>
                <a:latin typeface="Arial"/>
                <a:ea typeface="Arial"/>
                <a:cs typeface="Arial"/>
              </a:defRPr>
            </a:lvl5pPr>
            <a:lvl6pPr>
              <a:defRPr sz="1125" b="0">
                <a:solidFill>
                  <a:srgbClr val="596176"/>
                </a:solidFill>
                <a:latin typeface="Arial"/>
                <a:ea typeface="Arial"/>
                <a:cs typeface="Arial"/>
              </a:defRPr>
            </a:lvl6pPr>
            <a:lvl7pPr>
              <a:defRPr sz="1125" b="0">
                <a:solidFill>
                  <a:srgbClr val="596176"/>
                </a:solidFill>
                <a:latin typeface="Arial"/>
                <a:ea typeface="Arial"/>
                <a:cs typeface="Arial"/>
              </a:defRPr>
            </a:lvl7pPr>
            <a:lvl8pPr>
              <a:defRPr sz="1125" b="0">
                <a:solidFill>
                  <a:srgbClr val="596176"/>
                </a:solidFill>
                <a:latin typeface="Arial"/>
                <a:ea typeface="Arial"/>
                <a:cs typeface="Arial"/>
              </a:defRPr>
            </a:lvl8pPr>
            <a:lvl9pPr>
              <a:defRPr sz="1125" b="0">
                <a:solidFill>
                  <a:srgbClr val="596176"/>
                </a:solidFill>
                <a:latin typeface="Arial"/>
                <a:ea typeface="Arial"/>
                <a:cs typeface="Arial"/>
              </a:defRPr>
            </a:lvl9pPr>
          </a:lstStyle>
          <a:p xmlns:a="http://schemas.openxmlformats.org/drawingml/2006/main">
            <a:pPr>
              <a:defRPr sz="1125" b="0">
                <a:solidFill>
                  <a:srgbClr val="596176"/>
                </a:solidFill>
                <a:latin typeface="Arial"/>
                <a:ea typeface="Arial"/>
                <a:cs typeface="Arial"/>
              </a:defRPr>
            </a:pPr>
            <a:r>
              <a:rPr sz="1125" b="0">
                <a:solidFill>
                  <a:srgbClr val="596176"/>
                </a:solidFill>
                <a:latin typeface="Arial"/>
                <a:ea typeface="Arial"/>
                <a:cs typeface="Arial"/>
              </a:rPr>
              <a:t>Dollar value needs campaign cost, margin and treatment-effect data.</a:t>
            </a:r>
          </a:p>
        </p:txBody>
      </p:sp>
      <p:sp>
        <p:nvSpPr>
          <p:cNvPr id="20" name="footer-divider">
            <a:extLst xmlns:a="http://schemas.openxmlformats.org/drawingml/2006/main">
              <a:ext uri="{FF2B5EF4-FFF2-40B4-BE49-F238E27FC236}">
                <a16:creationId xmlns:a16="http://schemas.microsoft.com/office/drawing/2014/main" id="{DBE26499-A312-46A4-942B-F6626CB617C2}"/>
              </a:ext>
            </a:extLst>
          </p:cNvPr>
          <p:cNvSpPr>
            <a:spLocks xmlns:a="http://schemas.openxmlformats.org/drawingml/2006/main" noGrp="1"/>
          </p:cNvSpPr>
          <p:nvPr/>
        </p:nvSpPr>
        <p:spPr>
          <a:xfrm xmlns:a="http://schemas.openxmlformats.org/drawingml/2006/main">
            <a:off x="685800" y="6210300"/>
            <a:ext cx="10810875" cy="0"/>
          </a:xfrm>
          <a:prstGeom xmlns:a="http://schemas.openxmlformats.org/drawingml/2006/main" prst="line">
            <a:avLst/>
          </a:prstGeom>
          <a:noFill xmlns:a="http://schemas.openxmlformats.org/drawingml/2006/main"/>
          <a:ln xmlns:a="http://schemas.openxmlformats.org/drawingml/2006/main" w="19050">
            <a:solidFill>
              <a:srgbClr val="D9DCE7"/>
            </a:solidFill>
            <a:prstDash val="solid"/>
          </a:ln>
        </p:spPr>
      </p:sp>
      <p:sp>
        <p:nvSpPr>
          <p:cNvPr id="21" name="footer">
            <a:extLst xmlns:a="http://schemas.openxmlformats.org/drawingml/2006/main">
              <a:ext uri="{FF2B5EF4-FFF2-40B4-BE49-F238E27FC236}">
                <a16:creationId xmlns:a16="http://schemas.microsoft.com/office/drawing/2014/main" id="{73A04A4B-444C-4832-A6F2-3B1735518E2F}"/>
              </a:ext>
            </a:extLst>
          </p:cNvPr>
          <p:cNvSpPr>
            <a:spLocks xmlns:a="http://schemas.openxmlformats.org/drawingml/2006/main" noGrp="1"/>
          </p:cNvSpPr>
          <p:nvPr/>
        </p:nvSpPr>
        <p:spPr>
          <a:xfrm xmlns:a="http://schemas.openxmlformats.org/drawingml/2006/main">
            <a:off x="685800" y="6362700"/>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defRPr sz="975" b="1">
                <a:solidFill>
                  <a:srgbClr val="596176"/>
                </a:solidFill>
                <a:latin typeface="Arial"/>
                <a:ea typeface="Arial"/>
                <a:cs typeface="Arial"/>
              </a:defRPr>
            </a:defPPr>
            <a:lvl1pPr>
              <a:defRPr sz="975" b="1">
                <a:solidFill>
                  <a:srgbClr val="596176"/>
                </a:solidFill>
                <a:latin typeface="Arial"/>
                <a:ea typeface="Arial"/>
                <a:cs typeface="Arial"/>
              </a:defRPr>
            </a:lvl1pPr>
            <a:lvl2pPr>
              <a:defRPr sz="975" b="1">
                <a:solidFill>
                  <a:srgbClr val="596176"/>
                </a:solidFill>
                <a:latin typeface="Arial"/>
                <a:ea typeface="Arial"/>
                <a:cs typeface="Arial"/>
              </a:defRPr>
            </a:lvl2pPr>
            <a:lvl3pPr>
              <a:defRPr sz="975" b="1">
                <a:solidFill>
                  <a:srgbClr val="596176"/>
                </a:solidFill>
                <a:latin typeface="Arial"/>
                <a:ea typeface="Arial"/>
                <a:cs typeface="Arial"/>
              </a:defRPr>
            </a:lvl3pPr>
            <a:lvl4pPr>
              <a:defRPr sz="975" b="1">
                <a:solidFill>
                  <a:srgbClr val="596176"/>
                </a:solidFill>
                <a:latin typeface="Arial"/>
                <a:ea typeface="Arial"/>
                <a:cs typeface="Arial"/>
              </a:defRPr>
            </a:lvl4pPr>
            <a:lvl5pPr>
              <a:defRPr sz="975" b="1">
                <a:solidFill>
                  <a:srgbClr val="596176"/>
                </a:solidFill>
                <a:latin typeface="Arial"/>
                <a:ea typeface="Arial"/>
                <a:cs typeface="Arial"/>
              </a:defRPr>
            </a:lvl5pPr>
            <a:lvl6pPr>
              <a:defRPr sz="975" b="1">
                <a:solidFill>
                  <a:srgbClr val="596176"/>
                </a:solidFill>
                <a:latin typeface="Arial"/>
                <a:ea typeface="Arial"/>
                <a:cs typeface="Arial"/>
              </a:defRPr>
            </a:lvl6pPr>
            <a:lvl7pPr>
              <a:defRPr sz="975" b="1">
                <a:solidFill>
                  <a:srgbClr val="596176"/>
                </a:solidFill>
                <a:latin typeface="Arial"/>
                <a:ea typeface="Arial"/>
                <a:cs typeface="Arial"/>
              </a:defRPr>
            </a:lvl7pPr>
            <a:lvl8pPr>
              <a:defRPr sz="975" b="1">
                <a:solidFill>
                  <a:srgbClr val="596176"/>
                </a:solidFill>
                <a:latin typeface="Arial"/>
                <a:ea typeface="Arial"/>
                <a:cs typeface="Arial"/>
              </a:defRPr>
            </a:lvl8pPr>
            <a:lvl9pPr>
              <a:defRPr sz="975" b="1">
                <a:solidFill>
                  <a:srgbClr val="596176"/>
                </a:solidFill>
                <a:latin typeface="Arial"/>
                <a:ea typeface="Arial"/>
                <a:cs typeface="Arial"/>
              </a:defRPr>
            </a:lvl9pPr>
          </a:lstStyle>
          <a:p xmlns:a="http://schemas.openxmlformats.org/drawingml/2006/main">
            <a:pPr>
              <a:defRPr sz="975" b="1">
                <a:solidFill>
                  <a:srgbClr val="596176"/>
                </a:solidFill>
                <a:latin typeface="Arial"/>
                <a:ea typeface="Arial"/>
                <a:cs typeface="Arial"/>
              </a:defRPr>
            </a:pPr>
            <a:r>
              <a:rPr sz="975" b="1">
                <a:solidFill>
                  <a:srgbClr val="596176"/>
                </a:solidFill>
                <a:latin typeface="Arial"/>
                <a:ea typeface="Arial"/>
                <a:cs typeface="Arial"/>
              </a:rPr>
              <a:t>DAY 5 FUTURES REPORT  |  PRACTICE DATA UNLESS STATED</a:t>
            </a:r>
          </a:p>
        </p:txBody>
      </p:sp>
      <p:sp>
        <p:nvSpPr>
          <p:cNvPr id="22" name="page-number">
            <a:extLst xmlns:a="http://schemas.openxmlformats.org/drawingml/2006/main">
              <a:ext uri="{FF2B5EF4-FFF2-40B4-BE49-F238E27FC236}">
                <a16:creationId xmlns:a16="http://schemas.microsoft.com/office/drawing/2014/main" id="{A2EBE931-643E-4496-9A20-7C6B11BBD00D}"/>
              </a:ext>
            </a:extLst>
          </p:cNvPr>
          <p:cNvSpPr>
            <a:spLocks xmlns:a="http://schemas.openxmlformats.org/drawingml/2006/main" noGrp="1"/>
          </p:cNvSpPr>
          <p:nvPr/>
        </p:nvSpPr>
        <p:spPr>
          <a:xfrm xmlns:a="http://schemas.openxmlformats.org/drawingml/2006/main">
            <a:off x="11049000" y="6334125"/>
            <a:ext cx="4286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defRPr sz="1125" b="1">
                <a:solidFill>
                  <a:srgbClr val="713BCC"/>
                </a:solidFill>
                <a:latin typeface="Arial"/>
                <a:ea typeface="Arial"/>
                <a:cs typeface="Arial"/>
              </a:defRPr>
            </a:defPPr>
            <a:lvl1pPr>
              <a:defRPr sz="1125" b="1">
                <a:solidFill>
                  <a:srgbClr val="713BCC"/>
                </a:solidFill>
                <a:latin typeface="Arial"/>
                <a:ea typeface="Arial"/>
                <a:cs typeface="Arial"/>
              </a:defRPr>
            </a:lvl1pPr>
            <a:lvl2pPr>
              <a:defRPr sz="1125" b="1">
                <a:solidFill>
                  <a:srgbClr val="713BCC"/>
                </a:solidFill>
                <a:latin typeface="Arial"/>
                <a:ea typeface="Arial"/>
                <a:cs typeface="Arial"/>
              </a:defRPr>
            </a:lvl2pPr>
            <a:lvl3pPr>
              <a:defRPr sz="1125" b="1">
                <a:solidFill>
                  <a:srgbClr val="713BCC"/>
                </a:solidFill>
                <a:latin typeface="Arial"/>
                <a:ea typeface="Arial"/>
                <a:cs typeface="Arial"/>
              </a:defRPr>
            </a:lvl3pPr>
            <a:lvl4pPr>
              <a:defRPr sz="1125" b="1">
                <a:solidFill>
                  <a:srgbClr val="713BCC"/>
                </a:solidFill>
                <a:latin typeface="Arial"/>
                <a:ea typeface="Arial"/>
                <a:cs typeface="Arial"/>
              </a:defRPr>
            </a:lvl4pPr>
            <a:lvl5pPr>
              <a:defRPr sz="1125" b="1">
                <a:solidFill>
                  <a:srgbClr val="713BCC"/>
                </a:solidFill>
                <a:latin typeface="Arial"/>
                <a:ea typeface="Arial"/>
                <a:cs typeface="Arial"/>
              </a:defRPr>
            </a:lvl5pPr>
            <a:lvl6pPr>
              <a:defRPr sz="1125" b="1">
                <a:solidFill>
                  <a:srgbClr val="713BCC"/>
                </a:solidFill>
                <a:latin typeface="Arial"/>
                <a:ea typeface="Arial"/>
                <a:cs typeface="Arial"/>
              </a:defRPr>
            </a:lvl6pPr>
            <a:lvl7pPr>
              <a:defRPr sz="1125" b="1">
                <a:solidFill>
                  <a:srgbClr val="713BCC"/>
                </a:solidFill>
                <a:latin typeface="Arial"/>
                <a:ea typeface="Arial"/>
                <a:cs typeface="Arial"/>
              </a:defRPr>
            </a:lvl7pPr>
            <a:lvl8pPr>
              <a:defRPr sz="1125" b="1">
                <a:solidFill>
                  <a:srgbClr val="713BCC"/>
                </a:solidFill>
                <a:latin typeface="Arial"/>
                <a:ea typeface="Arial"/>
                <a:cs typeface="Arial"/>
              </a:defRPr>
            </a:lvl8pPr>
            <a:lvl9pPr>
              <a:defRPr sz="1125" b="1">
                <a:solidFill>
                  <a:srgbClr val="713BCC"/>
                </a:solidFill>
                <a:latin typeface="Arial"/>
                <a:ea typeface="Arial"/>
                <a:cs typeface="Arial"/>
              </a:defRPr>
            </a:lvl9pPr>
          </a:lstStyle>
          <a:p xmlns:a="http://schemas.openxmlformats.org/drawingml/2006/main">
            <a:pPr>
              <a:defRPr sz="1125" b="1">
                <a:solidFill>
                  <a:srgbClr val="713BCC"/>
                </a:solidFill>
                <a:latin typeface="Arial"/>
                <a:ea typeface="Arial"/>
                <a:cs typeface="Arial"/>
              </a:defRPr>
            </a:pPr>
            <a:r>
              <a:rPr sz="1125" b="1">
                <a:solidFill>
                  <a:srgbClr val="713BCC"/>
                </a:solidFill>
                <a:latin typeface="Arial"/>
                <a:ea typeface="Arial"/>
                <a:cs typeface="Arial"/>
              </a:rPr>
              <a:t>06</a:t>
            </a:r>
          </a:p>
        </p:txBody>
      </p:sp>
    </p:spTree>
    <p:extLst>
      <p:ext uri="{BB962C8B-B14F-4D97-AF65-F5344CB8AC3E}">
        <p14:creationId xmlns:p14="http://schemas.microsoft.com/office/powerpoint/2010/main" val="1888094174"/>
      </p:ext>
    </p:extLst>
  </p:cSld>
</p:sld>
</file>

<file path=ppt/slides/slide7.xml><?xml version="1.0" encoding="utf-8"?>
<p:sld xmlns:p="http://schemas.openxmlformats.org/presentationml/2006/main">
  <p:cSld>
    <p:bg>
      <p:bgPr>
        <a:solidFill xmlns:a="http://schemas.openxmlformats.org/drawingml/2006/main">
          <a:srgbClr val="F7F7FB"/>
        </a:solidFill>
      </p:bgPr>
    </p:bg>
    <p:spTree>
      <p:nvGrpSpPr>
        <p:cNvPr id="1" name=""/>
        <p:cNvGrpSpPr/>
        <p:nvPr/>
      </p:nvGrpSpPr>
      <p:grpSpPr>
        <a:xfrm xmlns:a="http://schemas.openxmlformats.org/drawingml/2006/main"/>
      </p:grpSpPr>
      <p:sp>
        <p:nvSpPr>
          <p:cNvPr id="14" name="accent-rule">
            <a:extLst xmlns:a="http://schemas.openxmlformats.org/drawingml/2006/main">
              <a:ext uri="{FF2B5EF4-FFF2-40B4-BE49-F238E27FC236}">
                <a16:creationId xmlns:a16="http://schemas.microsoft.com/office/drawing/2014/main" id="{39B87F19-A80C-472A-B482-D0AB557BA71E}"/>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713BCC"/>
          </a:solidFill>
          <a:ln xmlns:a="http://schemas.openxmlformats.org/drawingml/2006/main" w="0">
            <a:noFill/>
            <a:prstDash val="solid"/>
          </a:ln>
        </p:spPr>
      </p:sp>
      <p:sp>
        <p:nvSpPr>
          <p:cNvPr id="2" name="presenter-label">
            <a:extLst xmlns:a="http://schemas.openxmlformats.org/drawingml/2006/main">
              <a:ext uri="{FF2B5EF4-FFF2-40B4-BE49-F238E27FC236}">
                <a16:creationId xmlns:a16="http://schemas.microsoft.com/office/drawing/2014/main" id="{8841C18F-369E-4FC6-A11C-0268E94C7D05}"/>
              </a:ext>
            </a:extLst>
          </p:cNvPr>
          <p:cNvSpPr>
            <a:spLocks xmlns:a="http://schemas.openxmlformats.org/drawingml/2006/main" noGrp="1"/>
          </p:cNvSpPr>
          <p:nvPr/>
        </p:nvSpPr>
        <p:spPr>
          <a:xfrm xmlns:a="http://schemas.openxmlformats.org/drawingml/2006/main">
            <a:off x="666750" y="342900"/>
            <a:ext cx="857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defRPr sz="1200" b="1">
                <a:solidFill>
                  <a:srgbClr val="713BCC"/>
                </a:solidFill>
                <a:latin typeface="Arial"/>
                <a:ea typeface="Arial"/>
                <a:cs typeface="Arial"/>
              </a:defRPr>
            </a:defPPr>
            <a:lvl1pPr>
              <a:defRPr sz="1200" b="1">
                <a:solidFill>
                  <a:srgbClr val="713BCC"/>
                </a:solidFill>
                <a:latin typeface="Arial"/>
                <a:ea typeface="Arial"/>
                <a:cs typeface="Arial"/>
              </a:defRPr>
            </a:lvl1pPr>
            <a:lvl2pPr>
              <a:defRPr sz="1200" b="1">
                <a:solidFill>
                  <a:srgbClr val="713BCC"/>
                </a:solidFill>
                <a:latin typeface="Arial"/>
                <a:ea typeface="Arial"/>
                <a:cs typeface="Arial"/>
              </a:defRPr>
            </a:lvl2pPr>
            <a:lvl3pPr>
              <a:defRPr sz="1200" b="1">
                <a:solidFill>
                  <a:srgbClr val="713BCC"/>
                </a:solidFill>
                <a:latin typeface="Arial"/>
                <a:ea typeface="Arial"/>
                <a:cs typeface="Arial"/>
              </a:defRPr>
            </a:lvl3pPr>
            <a:lvl4pPr>
              <a:defRPr sz="1200" b="1">
                <a:solidFill>
                  <a:srgbClr val="713BCC"/>
                </a:solidFill>
                <a:latin typeface="Arial"/>
                <a:ea typeface="Arial"/>
                <a:cs typeface="Arial"/>
              </a:defRPr>
            </a:lvl4pPr>
            <a:lvl5pPr>
              <a:defRPr sz="1200" b="1">
                <a:solidFill>
                  <a:srgbClr val="713BCC"/>
                </a:solidFill>
                <a:latin typeface="Arial"/>
                <a:ea typeface="Arial"/>
                <a:cs typeface="Arial"/>
              </a:defRPr>
            </a:lvl5pPr>
            <a:lvl6pPr>
              <a:defRPr sz="1200" b="1">
                <a:solidFill>
                  <a:srgbClr val="713BCC"/>
                </a:solidFill>
                <a:latin typeface="Arial"/>
                <a:ea typeface="Arial"/>
                <a:cs typeface="Arial"/>
              </a:defRPr>
            </a:lvl6pPr>
            <a:lvl7pPr>
              <a:defRPr sz="1200" b="1">
                <a:solidFill>
                  <a:srgbClr val="713BCC"/>
                </a:solidFill>
                <a:latin typeface="Arial"/>
                <a:ea typeface="Arial"/>
                <a:cs typeface="Arial"/>
              </a:defRPr>
            </a:lvl7pPr>
            <a:lvl8pPr>
              <a:defRPr sz="1200" b="1">
                <a:solidFill>
                  <a:srgbClr val="713BCC"/>
                </a:solidFill>
                <a:latin typeface="Arial"/>
                <a:ea typeface="Arial"/>
                <a:cs typeface="Arial"/>
              </a:defRPr>
            </a:lvl8pPr>
            <a:lvl9pPr>
              <a:defRPr sz="1200" b="1">
                <a:solidFill>
                  <a:srgbClr val="713BCC"/>
                </a:solidFill>
                <a:latin typeface="Arial"/>
                <a:ea typeface="Arial"/>
                <a:cs typeface="Arial"/>
              </a:defRPr>
            </a:lvl9pPr>
          </a:lstStyle>
          <a:p xmlns:a="http://schemas.openxmlformats.org/drawingml/2006/main">
            <a:pPr>
              <a:defRPr sz="1200" b="1">
                <a:solidFill>
                  <a:srgbClr val="713BCC"/>
                </a:solidFill>
                <a:latin typeface="Arial"/>
                <a:ea typeface="Arial"/>
                <a:cs typeface="Arial"/>
              </a:defRPr>
            </a:pPr>
            <a:r>
              <a:rPr sz="1200" b="1">
                <a:solidFill>
                  <a:srgbClr val="713BCC"/>
                </a:solidFill>
                <a:latin typeface="Arial"/>
                <a:ea typeface="Arial"/>
                <a:cs typeface="Arial"/>
              </a:rPr>
              <a:t>LIYA  /  PERSONALISATION</a:t>
            </a:r>
          </a:p>
        </p:txBody>
      </p:sp>
      <p:sp>
        <p:nvSpPr>
          <p:cNvPr id="3" name="slide-title">
            <a:extLst xmlns:a="http://schemas.openxmlformats.org/drawingml/2006/main">
              <a:ext uri="{FF2B5EF4-FFF2-40B4-BE49-F238E27FC236}">
                <a16:creationId xmlns:a16="http://schemas.microsoft.com/office/drawing/2014/main" id="{EE615183-8161-47DC-A117-84222C8EA9E6}"/>
              </a:ext>
            </a:extLst>
          </p:cNvPr>
          <p:cNvSpPr>
            <a:spLocks xmlns:a="http://schemas.openxmlformats.org/drawingml/2006/main" noGrp="1"/>
          </p:cNvSpPr>
          <p:nvPr/>
        </p:nvSpPr>
        <p:spPr>
          <a:xfrm xmlns:a="http://schemas.openxmlformats.org/drawingml/2006/main">
            <a:off x="666750" y="790575"/>
            <a:ext cx="10858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defRPr sz="3150" b="1">
                <a:solidFill>
                  <a:srgbClr val="10152B"/>
                </a:solidFill>
                <a:latin typeface="Arial"/>
                <a:ea typeface="Arial"/>
                <a:cs typeface="Arial"/>
              </a:defRPr>
            </a:defPPr>
            <a:lvl1pPr>
              <a:defRPr sz="3150" b="1">
                <a:solidFill>
                  <a:srgbClr val="10152B"/>
                </a:solidFill>
                <a:latin typeface="Arial"/>
                <a:ea typeface="Arial"/>
                <a:cs typeface="Arial"/>
              </a:defRPr>
            </a:lvl1pPr>
            <a:lvl2pPr>
              <a:defRPr sz="3150" b="1">
                <a:solidFill>
                  <a:srgbClr val="10152B"/>
                </a:solidFill>
                <a:latin typeface="Arial"/>
                <a:ea typeface="Arial"/>
                <a:cs typeface="Arial"/>
              </a:defRPr>
            </a:lvl2pPr>
            <a:lvl3pPr>
              <a:defRPr sz="3150" b="1">
                <a:solidFill>
                  <a:srgbClr val="10152B"/>
                </a:solidFill>
                <a:latin typeface="Arial"/>
                <a:ea typeface="Arial"/>
                <a:cs typeface="Arial"/>
              </a:defRPr>
            </a:lvl3pPr>
            <a:lvl4pPr>
              <a:defRPr sz="3150" b="1">
                <a:solidFill>
                  <a:srgbClr val="10152B"/>
                </a:solidFill>
                <a:latin typeface="Arial"/>
                <a:ea typeface="Arial"/>
                <a:cs typeface="Arial"/>
              </a:defRPr>
            </a:lvl4pPr>
            <a:lvl5pPr>
              <a:defRPr sz="3150" b="1">
                <a:solidFill>
                  <a:srgbClr val="10152B"/>
                </a:solidFill>
                <a:latin typeface="Arial"/>
                <a:ea typeface="Arial"/>
                <a:cs typeface="Arial"/>
              </a:defRPr>
            </a:lvl5pPr>
            <a:lvl6pPr>
              <a:defRPr sz="3150" b="1">
                <a:solidFill>
                  <a:srgbClr val="10152B"/>
                </a:solidFill>
                <a:latin typeface="Arial"/>
                <a:ea typeface="Arial"/>
                <a:cs typeface="Arial"/>
              </a:defRPr>
            </a:lvl6pPr>
            <a:lvl7pPr>
              <a:defRPr sz="3150" b="1">
                <a:solidFill>
                  <a:srgbClr val="10152B"/>
                </a:solidFill>
                <a:latin typeface="Arial"/>
                <a:ea typeface="Arial"/>
                <a:cs typeface="Arial"/>
              </a:defRPr>
            </a:lvl7pPr>
            <a:lvl8pPr>
              <a:defRPr sz="3150" b="1">
                <a:solidFill>
                  <a:srgbClr val="10152B"/>
                </a:solidFill>
                <a:latin typeface="Arial"/>
                <a:ea typeface="Arial"/>
                <a:cs typeface="Arial"/>
              </a:defRPr>
            </a:lvl8pPr>
            <a:lvl9pPr>
              <a:defRPr sz="3150" b="1">
                <a:solidFill>
                  <a:srgbClr val="10152B"/>
                </a:solidFill>
                <a:latin typeface="Arial"/>
                <a:ea typeface="Arial"/>
                <a:cs typeface="Arial"/>
              </a:defRPr>
            </a:lvl9pPr>
          </a:lstStyle>
          <a:p xmlns:a="http://schemas.openxmlformats.org/drawingml/2006/main">
            <a:pPr>
              <a:defRPr sz="3150" b="1">
                <a:solidFill>
                  <a:srgbClr val="10152B"/>
                </a:solidFill>
                <a:latin typeface="Arial"/>
                <a:ea typeface="Arial"/>
                <a:cs typeface="Arial"/>
              </a:defRPr>
            </a:pPr>
            <a:r>
              <a:rPr sz="3150" b="1">
                <a:solidFill>
                  <a:srgbClr val="10152B"/>
                </a:solidFill>
                <a:latin typeface="Arial"/>
                <a:ea typeface="Arial"/>
                <a:cs typeface="Arial"/>
              </a:rPr>
              <a:t>Relevant recommendations can use simple rules</a:t>
            </a:r>
          </a:p>
        </p:txBody>
      </p:sp>
      <p:sp>
        <p:nvSpPr>
          <p:cNvPr id="4" name="slide-subtitle">
            <a:extLst xmlns:a="http://schemas.openxmlformats.org/drawingml/2006/main">
              <a:ext uri="{FF2B5EF4-FFF2-40B4-BE49-F238E27FC236}">
                <a16:creationId xmlns:a16="http://schemas.microsoft.com/office/drawing/2014/main" id="{B0B53585-7D92-44AA-B064-5288E87418BA}"/>
              </a:ext>
            </a:extLst>
          </p:cNvPr>
          <p:cNvSpPr>
            <a:spLocks xmlns:a="http://schemas.openxmlformats.org/drawingml/2006/main" noGrp="1"/>
          </p:cNvSpPr>
          <p:nvPr/>
        </p:nvSpPr>
        <p:spPr>
          <a:xfrm xmlns:a="http://schemas.openxmlformats.org/drawingml/2006/main">
            <a:off x="685800" y="1524000"/>
            <a:ext cx="10668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defRPr sz="1725" b="0">
                <a:solidFill>
                  <a:srgbClr val="596176"/>
                </a:solidFill>
                <a:latin typeface="Arial"/>
                <a:ea typeface="Arial"/>
                <a:cs typeface="Arial"/>
              </a:defRPr>
            </a:defPPr>
            <a:lvl1pPr>
              <a:defRPr sz="1725" b="0">
                <a:solidFill>
                  <a:srgbClr val="596176"/>
                </a:solidFill>
                <a:latin typeface="Arial"/>
                <a:ea typeface="Arial"/>
                <a:cs typeface="Arial"/>
              </a:defRPr>
            </a:lvl1pPr>
            <a:lvl2pPr>
              <a:defRPr sz="1725" b="0">
                <a:solidFill>
                  <a:srgbClr val="596176"/>
                </a:solidFill>
                <a:latin typeface="Arial"/>
                <a:ea typeface="Arial"/>
                <a:cs typeface="Arial"/>
              </a:defRPr>
            </a:lvl2pPr>
            <a:lvl3pPr>
              <a:defRPr sz="1725" b="0">
                <a:solidFill>
                  <a:srgbClr val="596176"/>
                </a:solidFill>
                <a:latin typeface="Arial"/>
                <a:ea typeface="Arial"/>
                <a:cs typeface="Arial"/>
              </a:defRPr>
            </a:lvl3pPr>
            <a:lvl4pPr>
              <a:defRPr sz="1725" b="0">
                <a:solidFill>
                  <a:srgbClr val="596176"/>
                </a:solidFill>
                <a:latin typeface="Arial"/>
                <a:ea typeface="Arial"/>
                <a:cs typeface="Arial"/>
              </a:defRPr>
            </a:lvl4pPr>
            <a:lvl5pPr>
              <a:defRPr sz="1725" b="0">
                <a:solidFill>
                  <a:srgbClr val="596176"/>
                </a:solidFill>
                <a:latin typeface="Arial"/>
                <a:ea typeface="Arial"/>
                <a:cs typeface="Arial"/>
              </a:defRPr>
            </a:lvl5pPr>
            <a:lvl6pPr>
              <a:defRPr sz="1725" b="0">
                <a:solidFill>
                  <a:srgbClr val="596176"/>
                </a:solidFill>
                <a:latin typeface="Arial"/>
                <a:ea typeface="Arial"/>
                <a:cs typeface="Arial"/>
              </a:defRPr>
            </a:lvl6pPr>
            <a:lvl7pPr>
              <a:defRPr sz="1725" b="0">
                <a:solidFill>
                  <a:srgbClr val="596176"/>
                </a:solidFill>
                <a:latin typeface="Arial"/>
                <a:ea typeface="Arial"/>
                <a:cs typeface="Arial"/>
              </a:defRPr>
            </a:lvl7pPr>
            <a:lvl8pPr>
              <a:defRPr sz="1725" b="0">
                <a:solidFill>
                  <a:srgbClr val="596176"/>
                </a:solidFill>
                <a:latin typeface="Arial"/>
                <a:ea typeface="Arial"/>
                <a:cs typeface="Arial"/>
              </a:defRPr>
            </a:lvl8pPr>
            <a:lvl9pPr>
              <a:defRPr sz="1725" b="0">
                <a:solidFill>
                  <a:srgbClr val="596176"/>
                </a:solidFill>
                <a:latin typeface="Arial"/>
                <a:ea typeface="Arial"/>
                <a:cs typeface="Arial"/>
              </a:defRPr>
            </a:lvl9pPr>
          </a:lstStyle>
          <a:p xmlns:a="http://schemas.openxmlformats.org/drawingml/2006/main">
            <a:pPr>
              <a:defRPr sz="1725" b="0">
                <a:solidFill>
                  <a:srgbClr val="596176"/>
                </a:solidFill>
                <a:latin typeface="Arial"/>
                <a:ea typeface="Arial"/>
                <a:cs typeface="Arial"/>
              </a:defRPr>
            </a:pPr>
            <a:r>
              <a:rPr sz="1725" b="0">
                <a:solidFill>
                  <a:srgbClr val="596176"/>
                </a:solidFill>
                <a:latin typeface="Arial"/>
                <a:ea typeface="Arial"/>
                <a:cs typeface="Arial"/>
              </a:rPr>
              <a:t>Example: suggest a related product using a customer’s recent, consented activity.</a:t>
            </a:r>
          </a:p>
        </p:txBody>
      </p:sp>
      <p:sp>
        <p:nvSpPr>
          <p:cNvPr id="5" name="title-divider">
            <a:extLst xmlns:a="http://schemas.openxmlformats.org/drawingml/2006/main">
              <a:ext uri="{FF2B5EF4-FFF2-40B4-BE49-F238E27FC236}">
                <a16:creationId xmlns:a16="http://schemas.microsoft.com/office/drawing/2014/main" id="{E30E3DC6-992A-4724-A5BB-BA3DA52E9424}"/>
              </a:ext>
            </a:extLst>
          </p:cNvPr>
          <p:cNvSpPr>
            <a:spLocks xmlns:a="http://schemas.openxmlformats.org/drawingml/2006/main" noGrp="1"/>
          </p:cNvSpPr>
          <p:nvPr/>
        </p:nvSpPr>
        <p:spPr>
          <a:xfrm xmlns:a="http://schemas.openxmlformats.org/drawingml/2006/main">
            <a:off x="685800" y="2038350"/>
            <a:ext cx="10810875" cy="0"/>
          </a:xfrm>
          <a:prstGeom xmlns:a="http://schemas.openxmlformats.org/drawingml/2006/main" prst="line">
            <a:avLst/>
          </a:prstGeom>
          <a:noFill xmlns:a="http://schemas.openxmlformats.org/drawingml/2006/main"/>
          <a:ln xmlns:a="http://schemas.openxmlformats.org/drawingml/2006/main" w="19050">
            <a:solidFill>
              <a:srgbClr val="D9DCE7"/>
            </a:solidFill>
            <a:prstDash val="solid"/>
          </a:ln>
        </p:spPr>
      </p:sp>
      <p:sp>
        <p:nvSpPr>
          <p:cNvPr id="6" name="example-label">
            <a:extLst xmlns:a="http://schemas.openxmlformats.org/drawingml/2006/main">
              <a:ext uri="{FF2B5EF4-FFF2-40B4-BE49-F238E27FC236}">
                <a16:creationId xmlns:a16="http://schemas.microsoft.com/office/drawing/2014/main" id="{85ED53F4-45F4-4609-BF43-4B3759375FAC}"/>
              </a:ext>
            </a:extLst>
          </p:cNvPr>
          <p:cNvSpPr>
            <a:spLocks xmlns:a="http://schemas.openxmlformats.org/drawingml/2006/main" noGrp="1"/>
          </p:cNvSpPr>
          <p:nvPr/>
        </p:nvSpPr>
        <p:spPr>
          <a:xfrm xmlns:a="http://schemas.openxmlformats.org/drawingml/2006/main">
            <a:off x="781050" y="257175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defRPr sz="1275" b="1">
                <a:solidFill>
                  <a:srgbClr val="188F75"/>
                </a:solidFill>
                <a:latin typeface="Arial"/>
                <a:ea typeface="Arial"/>
                <a:cs typeface="Arial"/>
              </a:defRPr>
            </a:defPPr>
            <a:lvl1pPr>
              <a:defRPr sz="1275" b="1">
                <a:solidFill>
                  <a:srgbClr val="188F75"/>
                </a:solidFill>
                <a:latin typeface="Arial"/>
                <a:ea typeface="Arial"/>
                <a:cs typeface="Arial"/>
              </a:defRPr>
            </a:lvl1pPr>
            <a:lvl2pPr>
              <a:defRPr sz="1275" b="1">
                <a:solidFill>
                  <a:srgbClr val="188F75"/>
                </a:solidFill>
                <a:latin typeface="Arial"/>
                <a:ea typeface="Arial"/>
                <a:cs typeface="Arial"/>
              </a:defRPr>
            </a:lvl2pPr>
            <a:lvl3pPr>
              <a:defRPr sz="1275" b="1">
                <a:solidFill>
                  <a:srgbClr val="188F75"/>
                </a:solidFill>
                <a:latin typeface="Arial"/>
                <a:ea typeface="Arial"/>
                <a:cs typeface="Arial"/>
              </a:defRPr>
            </a:lvl3pPr>
            <a:lvl4pPr>
              <a:defRPr sz="1275" b="1">
                <a:solidFill>
                  <a:srgbClr val="188F75"/>
                </a:solidFill>
                <a:latin typeface="Arial"/>
                <a:ea typeface="Arial"/>
                <a:cs typeface="Arial"/>
              </a:defRPr>
            </a:lvl4pPr>
            <a:lvl5pPr>
              <a:defRPr sz="1275" b="1">
                <a:solidFill>
                  <a:srgbClr val="188F75"/>
                </a:solidFill>
                <a:latin typeface="Arial"/>
                <a:ea typeface="Arial"/>
                <a:cs typeface="Arial"/>
              </a:defRPr>
            </a:lvl5pPr>
            <a:lvl6pPr>
              <a:defRPr sz="1275" b="1">
                <a:solidFill>
                  <a:srgbClr val="188F75"/>
                </a:solidFill>
                <a:latin typeface="Arial"/>
                <a:ea typeface="Arial"/>
                <a:cs typeface="Arial"/>
              </a:defRPr>
            </a:lvl6pPr>
            <a:lvl7pPr>
              <a:defRPr sz="1275" b="1">
                <a:solidFill>
                  <a:srgbClr val="188F75"/>
                </a:solidFill>
                <a:latin typeface="Arial"/>
                <a:ea typeface="Arial"/>
                <a:cs typeface="Arial"/>
              </a:defRPr>
            </a:lvl7pPr>
            <a:lvl8pPr>
              <a:defRPr sz="1275" b="1">
                <a:solidFill>
                  <a:srgbClr val="188F75"/>
                </a:solidFill>
                <a:latin typeface="Arial"/>
                <a:ea typeface="Arial"/>
                <a:cs typeface="Arial"/>
              </a:defRPr>
            </a:lvl8pPr>
            <a:lvl9pPr>
              <a:defRPr sz="1275" b="1">
                <a:solidFill>
                  <a:srgbClr val="188F75"/>
                </a:solidFill>
                <a:latin typeface="Arial"/>
                <a:ea typeface="Arial"/>
                <a:cs typeface="Arial"/>
              </a:defRPr>
            </a:lvl9pPr>
          </a:lstStyle>
          <a:p xmlns:a="http://schemas.openxmlformats.org/drawingml/2006/main">
            <a:pPr>
              <a:defRPr sz="1275" b="1">
                <a:solidFill>
                  <a:srgbClr val="188F75"/>
                </a:solidFill>
                <a:latin typeface="Arial"/>
                <a:ea typeface="Arial"/>
                <a:cs typeface="Arial"/>
              </a:defRPr>
            </a:pPr>
            <a:r>
              <a:rPr sz="1275" b="1">
                <a:solidFill>
                  <a:srgbClr val="188F75"/>
                </a:solidFill>
                <a:latin typeface="Arial"/>
                <a:ea typeface="Arial"/>
                <a:cs typeface="Arial"/>
              </a:rPr>
              <a:t>EXAMPLE</a:t>
            </a:r>
          </a:p>
        </p:txBody>
      </p:sp>
      <p:sp>
        <p:nvSpPr>
          <p:cNvPr id="7" name="example-quote">
            <a:extLst xmlns:a="http://schemas.openxmlformats.org/drawingml/2006/main">
              <a:ext uri="{FF2B5EF4-FFF2-40B4-BE49-F238E27FC236}">
                <a16:creationId xmlns:a16="http://schemas.microsoft.com/office/drawing/2014/main" id="{BF83BA7D-ED2D-43B7-9927-8EE19D626CCD}"/>
              </a:ext>
            </a:extLst>
          </p:cNvPr>
          <p:cNvSpPr>
            <a:spLocks xmlns:a="http://schemas.openxmlformats.org/drawingml/2006/main" noGrp="1"/>
          </p:cNvSpPr>
          <p:nvPr/>
        </p:nvSpPr>
        <p:spPr>
          <a:xfrm xmlns:a="http://schemas.openxmlformats.org/drawingml/2006/main">
            <a:off x="781050" y="2990850"/>
            <a:ext cx="1009650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defRPr sz="2625" b="1">
                <a:solidFill>
                  <a:srgbClr val="10152B"/>
                </a:solidFill>
                <a:latin typeface="Arial"/>
                <a:ea typeface="Arial"/>
                <a:cs typeface="Arial"/>
              </a:defRPr>
            </a:defPPr>
            <a:lvl1pPr>
              <a:defRPr sz="2625" b="1">
                <a:solidFill>
                  <a:srgbClr val="10152B"/>
                </a:solidFill>
                <a:latin typeface="Arial"/>
                <a:ea typeface="Arial"/>
                <a:cs typeface="Arial"/>
              </a:defRPr>
            </a:lvl1pPr>
            <a:lvl2pPr>
              <a:defRPr sz="2625" b="1">
                <a:solidFill>
                  <a:srgbClr val="10152B"/>
                </a:solidFill>
                <a:latin typeface="Arial"/>
                <a:ea typeface="Arial"/>
                <a:cs typeface="Arial"/>
              </a:defRPr>
            </a:lvl2pPr>
            <a:lvl3pPr>
              <a:defRPr sz="2625" b="1">
                <a:solidFill>
                  <a:srgbClr val="10152B"/>
                </a:solidFill>
                <a:latin typeface="Arial"/>
                <a:ea typeface="Arial"/>
                <a:cs typeface="Arial"/>
              </a:defRPr>
            </a:lvl3pPr>
            <a:lvl4pPr>
              <a:defRPr sz="2625" b="1">
                <a:solidFill>
                  <a:srgbClr val="10152B"/>
                </a:solidFill>
                <a:latin typeface="Arial"/>
                <a:ea typeface="Arial"/>
                <a:cs typeface="Arial"/>
              </a:defRPr>
            </a:lvl4pPr>
            <a:lvl5pPr>
              <a:defRPr sz="2625" b="1">
                <a:solidFill>
                  <a:srgbClr val="10152B"/>
                </a:solidFill>
                <a:latin typeface="Arial"/>
                <a:ea typeface="Arial"/>
                <a:cs typeface="Arial"/>
              </a:defRPr>
            </a:lvl5pPr>
            <a:lvl6pPr>
              <a:defRPr sz="2625" b="1">
                <a:solidFill>
                  <a:srgbClr val="10152B"/>
                </a:solidFill>
                <a:latin typeface="Arial"/>
                <a:ea typeface="Arial"/>
                <a:cs typeface="Arial"/>
              </a:defRPr>
            </a:lvl6pPr>
            <a:lvl7pPr>
              <a:defRPr sz="2625" b="1">
                <a:solidFill>
                  <a:srgbClr val="10152B"/>
                </a:solidFill>
                <a:latin typeface="Arial"/>
                <a:ea typeface="Arial"/>
                <a:cs typeface="Arial"/>
              </a:defRPr>
            </a:lvl7pPr>
            <a:lvl8pPr>
              <a:defRPr sz="2625" b="1">
                <a:solidFill>
                  <a:srgbClr val="10152B"/>
                </a:solidFill>
                <a:latin typeface="Arial"/>
                <a:ea typeface="Arial"/>
                <a:cs typeface="Arial"/>
              </a:defRPr>
            </a:lvl8pPr>
            <a:lvl9pPr>
              <a:defRPr sz="2625" b="1">
                <a:solidFill>
                  <a:srgbClr val="10152B"/>
                </a:solidFill>
                <a:latin typeface="Arial"/>
                <a:ea typeface="Arial"/>
                <a:cs typeface="Arial"/>
              </a:defRPr>
            </a:lvl9pPr>
          </a:lstStyle>
          <a:p xmlns:a="http://schemas.openxmlformats.org/drawingml/2006/main">
            <a:pPr>
              <a:defRPr sz="2625" b="1">
                <a:solidFill>
                  <a:srgbClr val="10152B"/>
                </a:solidFill>
                <a:latin typeface="Arial"/>
                <a:ea typeface="Arial"/>
                <a:cs typeface="Arial"/>
              </a:defRPr>
            </a:pPr>
            <a:r>
              <a:rPr sz="2625" b="1">
                <a:solidFill>
                  <a:srgbClr val="10152B"/>
                </a:solidFill>
                <a:latin typeface="Arial"/>
                <a:ea typeface="Arial"/>
                <a:cs typeface="Arial"/>
              </a:rPr>
              <a:t>“Because you bought a camera, here are compatible cases.”</a:t>
            </a:r>
          </a:p>
        </p:txBody>
      </p:sp>
      <p:sp>
        <p:nvSpPr>
          <p:cNvPr id="8" name="example-rule">
            <a:extLst xmlns:a="http://schemas.openxmlformats.org/drawingml/2006/main">
              <a:ext uri="{FF2B5EF4-FFF2-40B4-BE49-F238E27FC236}">
                <a16:creationId xmlns:a16="http://schemas.microsoft.com/office/drawing/2014/main" id="{5619F2D0-9785-46DA-8DEB-4DBE9A28FCE7}"/>
              </a:ext>
            </a:extLst>
          </p:cNvPr>
          <p:cNvSpPr>
            <a:spLocks xmlns:a="http://schemas.openxmlformats.org/drawingml/2006/main" noGrp="1"/>
          </p:cNvSpPr>
          <p:nvPr/>
        </p:nvSpPr>
        <p:spPr>
          <a:xfrm xmlns:a="http://schemas.openxmlformats.org/drawingml/2006/main">
            <a:off x="781050" y="4143375"/>
            <a:ext cx="10191750" cy="0"/>
          </a:xfrm>
          <a:prstGeom xmlns:a="http://schemas.openxmlformats.org/drawingml/2006/main" prst="line">
            <a:avLst/>
          </a:prstGeom>
          <a:noFill xmlns:a="http://schemas.openxmlformats.org/drawingml/2006/main"/>
          <a:ln xmlns:a="http://schemas.openxmlformats.org/drawingml/2006/main" w="19050">
            <a:solidFill>
              <a:srgbClr val="D9DCE7"/>
            </a:solidFill>
            <a:prstDash val="solid"/>
          </a:ln>
        </p:spPr>
      </p:sp>
      <p:sp>
        <p:nvSpPr>
          <p:cNvPr id="9" name="simple-label">
            <a:extLst xmlns:a="http://schemas.openxmlformats.org/drawingml/2006/main">
              <a:ext uri="{FF2B5EF4-FFF2-40B4-BE49-F238E27FC236}">
                <a16:creationId xmlns:a16="http://schemas.microsoft.com/office/drawing/2014/main" id="{9491A973-C118-4BEA-BEAE-29CC5FD8B720}"/>
              </a:ext>
            </a:extLst>
          </p:cNvPr>
          <p:cNvSpPr>
            <a:spLocks xmlns:a="http://schemas.openxmlformats.org/drawingml/2006/main" noGrp="1"/>
          </p:cNvSpPr>
          <p:nvPr/>
        </p:nvSpPr>
        <p:spPr>
          <a:xfrm xmlns:a="http://schemas.openxmlformats.org/drawingml/2006/main">
            <a:off x="781050" y="4429125"/>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defRPr sz="1275" b="1">
                <a:solidFill>
                  <a:srgbClr val="713BCC"/>
                </a:solidFill>
                <a:latin typeface="Arial"/>
                <a:ea typeface="Arial"/>
                <a:cs typeface="Arial"/>
              </a:defRPr>
            </a:defPPr>
            <a:lvl1pPr>
              <a:defRPr sz="1275" b="1">
                <a:solidFill>
                  <a:srgbClr val="713BCC"/>
                </a:solidFill>
                <a:latin typeface="Arial"/>
                <a:ea typeface="Arial"/>
                <a:cs typeface="Arial"/>
              </a:defRPr>
            </a:lvl1pPr>
            <a:lvl2pPr>
              <a:defRPr sz="1275" b="1">
                <a:solidFill>
                  <a:srgbClr val="713BCC"/>
                </a:solidFill>
                <a:latin typeface="Arial"/>
                <a:ea typeface="Arial"/>
                <a:cs typeface="Arial"/>
              </a:defRPr>
            </a:lvl2pPr>
            <a:lvl3pPr>
              <a:defRPr sz="1275" b="1">
                <a:solidFill>
                  <a:srgbClr val="713BCC"/>
                </a:solidFill>
                <a:latin typeface="Arial"/>
                <a:ea typeface="Arial"/>
                <a:cs typeface="Arial"/>
              </a:defRPr>
            </a:lvl3pPr>
            <a:lvl4pPr>
              <a:defRPr sz="1275" b="1">
                <a:solidFill>
                  <a:srgbClr val="713BCC"/>
                </a:solidFill>
                <a:latin typeface="Arial"/>
                <a:ea typeface="Arial"/>
                <a:cs typeface="Arial"/>
              </a:defRPr>
            </a:lvl4pPr>
            <a:lvl5pPr>
              <a:defRPr sz="1275" b="1">
                <a:solidFill>
                  <a:srgbClr val="713BCC"/>
                </a:solidFill>
                <a:latin typeface="Arial"/>
                <a:ea typeface="Arial"/>
                <a:cs typeface="Arial"/>
              </a:defRPr>
            </a:lvl5pPr>
            <a:lvl6pPr>
              <a:defRPr sz="1275" b="1">
                <a:solidFill>
                  <a:srgbClr val="713BCC"/>
                </a:solidFill>
                <a:latin typeface="Arial"/>
                <a:ea typeface="Arial"/>
                <a:cs typeface="Arial"/>
              </a:defRPr>
            </a:lvl6pPr>
            <a:lvl7pPr>
              <a:defRPr sz="1275" b="1">
                <a:solidFill>
                  <a:srgbClr val="713BCC"/>
                </a:solidFill>
                <a:latin typeface="Arial"/>
                <a:ea typeface="Arial"/>
                <a:cs typeface="Arial"/>
              </a:defRPr>
            </a:lvl7pPr>
            <a:lvl8pPr>
              <a:defRPr sz="1275" b="1">
                <a:solidFill>
                  <a:srgbClr val="713BCC"/>
                </a:solidFill>
                <a:latin typeface="Arial"/>
                <a:ea typeface="Arial"/>
                <a:cs typeface="Arial"/>
              </a:defRPr>
            </a:lvl8pPr>
            <a:lvl9pPr>
              <a:defRPr sz="1275" b="1">
                <a:solidFill>
                  <a:srgbClr val="713BCC"/>
                </a:solidFill>
                <a:latin typeface="Arial"/>
                <a:ea typeface="Arial"/>
                <a:cs typeface="Arial"/>
              </a:defRPr>
            </a:lvl9pPr>
          </a:lstStyle>
          <a:p xmlns:a="http://schemas.openxmlformats.org/drawingml/2006/main">
            <a:pPr>
              <a:defRPr sz="1275" b="1">
                <a:solidFill>
                  <a:srgbClr val="713BCC"/>
                </a:solidFill>
                <a:latin typeface="Arial"/>
                <a:ea typeface="Arial"/>
                <a:cs typeface="Arial"/>
              </a:defRPr>
            </a:pPr>
            <a:r>
              <a:rPr sz="1275" b="1">
                <a:solidFill>
                  <a:srgbClr val="713BCC"/>
                </a:solidFill>
                <a:latin typeface="Arial"/>
                <a:ea typeface="Arial"/>
                <a:cs typeface="Arial"/>
              </a:rPr>
              <a:t>WHY IT WORKS</a:t>
            </a:r>
          </a:p>
        </p:txBody>
      </p:sp>
      <p:sp>
        <p:nvSpPr>
          <p:cNvPr id="10" name="simple-copy">
            <a:extLst xmlns:a="http://schemas.openxmlformats.org/drawingml/2006/main">
              <a:ext uri="{FF2B5EF4-FFF2-40B4-BE49-F238E27FC236}">
                <a16:creationId xmlns:a16="http://schemas.microsoft.com/office/drawing/2014/main" id="{56AC73C1-430F-40CC-AD9F-500B35E6EE57}"/>
              </a:ext>
            </a:extLst>
          </p:cNvPr>
          <p:cNvSpPr>
            <a:spLocks xmlns:a="http://schemas.openxmlformats.org/drawingml/2006/main" noGrp="1"/>
          </p:cNvSpPr>
          <p:nvPr/>
        </p:nvSpPr>
        <p:spPr>
          <a:xfrm xmlns:a="http://schemas.openxmlformats.org/drawingml/2006/main">
            <a:off x="781050" y="4810125"/>
            <a:ext cx="9620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defRPr sz="1875" b="0">
                <a:solidFill>
                  <a:srgbClr val="596176"/>
                </a:solidFill>
                <a:latin typeface="Arial"/>
                <a:ea typeface="Arial"/>
                <a:cs typeface="Arial"/>
              </a:defRPr>
            </a:defPPr>
            <a:lvl1pPr>
              <a:defRPr sz="1875" b="0">
                <a:solidFill>
                  <a:srgbClr val="596176"/>
                </a:solidFill>
                <a:latin typeface="Arial"/>
                <a:ea typeface="Arial"/>
                <a:cs typeface="Arial"/>
              </a:defRPr>
            </a:lvl1pPr>
            <a:lvl2pPr>
              <a:defRPr sz="1875" b="0">
                <a:solidFill>
                  <a:srgbClr val="596176"/>
                </a:solidFill>
                <a:latin typeface="Arial"/>
                <a:ea typeface="Arial"/>
                <a:cs typeface="Arial"/>
              </a:defRPr>
            </a:lvl2pPr>
            <a:lvl3pPr>
              <a:defRPr sz="1875" b="0">
                <a:solidFill>
                  <a:srgbClr val="596176"/>
                </a:solidFill>
                <a:latin typeface="Arial"/>
                <a:ea typeface="Arial"/>
                <a:cs typeface="Arial"/>
              </a:defRPr>
            </a:lvl3pPr>
            <a:lvl4pPr>
              <a:defRPr sz="1875" b="0">
                <a:solidFill>
                  <a:srgbClr val="596176"/>
                </a:solidFill>
                <a:latin typeface="Arial"/>
                <a:ea typeface="Arial"/>
                <a:cs typeface="Arial"/>
              </a:defRPr>
            </a:lvl4pPr>
            <a:lvl5pPr>
              <a:defRPr sz="1875" b="0">
                <a:solidFill>
                  <a:srgbClr val="596176"/>
                </a:solidFill>
                <a:latin typeface="Arial"/>
                <a:ea typeface="Arial"/>
                <a:cs typeface="Arial"/>
              </a:defRPr>
            </a:lvl5pPr>
            <a:lvl6pPr>
              <a:defRPr sz="1875" b="0">
                <a:solidFill>
                  <a:srgbClr val="596176"/>
                </a:solidFill>
                <a:latin typeface="Arial"/>
                <a:ea typeface="Arial"/>
                <a:cs typeface="Arial"/>
              </a:defRPr>
            </a:lvl6pPr>
            <a:lvl7pPr>
              <a:defRPr sz="1875" b="0">
                <a:solidFill>
                  <a:srgbClr val="596176"/>
                </a:solidFill>
                <a:latin typeface="Arial"/>
                <a:ea typeface="Arial"/>
                <a:cs typeface="Arial"/>
              </a:defRPr>
            </a:lvl7pPr>
            <a:lvl8pPr>
              <a:defRPr sz="1875" b="0">
                <a:solidFill>
                  <a:srgbClr val="596176"/>
                </a:solidFill>
                <a:latin typeface="Arial"/>
                <a:ea typeface="Arial"/>
                <a:cs typeface="Arial"/>
              </a:defRPr>
            </a:lvl8pPr>
            <a:lvl9pPr>
              <a:defRPr sz="1875" b="0">
                <a:solidFill>
                  <a:srgbClr val="596176"/>
                </a:solidFill>
                <a:latin typeface="Arial"/>
                <a:ea typeface="Arial"/>
                <a:cs typeface="Arial"/>
              </a:defRPr>
            </a:lvl9pPr>
          </a:lstStyle>
          <a:p xmlns:a="http://schemas.openxmlformats.org/drawingml/2006/main">
            <a:pPr>
              <a:defRPr sz="1875" b="0">
                <a:solidFill>
                  <a:srgbClr val="596176"/>
                </a:solidFill>
                <a:latin typeface="Arial"/>
                <a:ea typeface="Arial"/>
                <a:cs typeface="Arial"/>
              </a:defRPr>
            </a:pPr>
            <a:r>
              <a:rPr sz="1875" b="0">
                <a:solidFill>
                  <a:srgbClr val="596176"/>
                </a:solidFill>
                <a:latin typeface="Arial"/>
                <a:ea typeface="Arial"/>
                <a:cs typeface="Arial"/>
              </a:rPr>
              <a:t>The suggestion connects to a clear customer action and uses data that fits the purpose.</a:t>
            </a:r>
          </a:p>
        </p:txBody>
      </p:sp>
      <p:sp>
        <p:nvSpPr>
          <p:cNvPr id="11" name="footer-divider">
            <a:extLst xmlns:a="http://schemas.openxmlformats.org/drawingml/2006/main">
              <a:ext uri="{FF2B5EF4-FFF2-40B4-BE49-F238E27FC236}">
                <a16:creationId xmlns:a16="http://schemas.microsoft.com/office/drawing/2014/main" id="{0F33F287-24AE-4648-8FF7-900F83A24E5B}"/>
              </a:ext>
            </a:extLst>
          </p:cNvPr>
          <p:cNvSpPr>
            <a:spLocks xmlns:a="http://schemas.openxmlformats.org/drawingml/2006/main" noGrp="1"/>
          </p:cNvSpPr>
          <p:nvPr/>
        </p:nvSpPr>
        <p:spPr>
          <a:xfrm xmlns:a="http://schemas.openxmlformats.org/drawingml/2006/main">
            <a:off x="685800" y="6210300"/>
            <a:ext cx="10810875" cy="0"/>
          </a:xfrm>
          <a:prstGeom xmlns:a="http://schemas.openxmlformats.org/drawingml/2006/main" prst="line">
            <a:avLst/>
          </a:prstGeom>
          <a:noFill xmlns:a="http://schemas.openxmlformats.org/drawingml/2006/main"/>
          <a:ln xmlns:a="http://schemas.openxmlformats.org/drawingml/2006/main" w="19050">
            <a:solidFill>
              <a:srgbClr val="D9DCE7"/>
            </a:solidFill>
            <a:prstDash val="solid"/>
          </a:ln>
        </p:spPr>
      </p:sp>
      <p:sp>
        <p:nvSpPr>
          <p:cNvPr id="12" name="footer">
            <a:extLst xmlns:a="http://schemas.openxmlformats.org/drawingml/2006/main">
              <a:ext uri="{FF2B5EF4-FFF2-40B4-BE49-F238E27FC236}">
                <a16:creationId xmlns:a16="http://schemas.microsoft.com/office/drawing/2014/main" id="{34CE9E8D-8DBA-4BAE-B4A0-9CCF96D81607}"/>
              </a:ext>
            </a:extLst>
          </p:cNvPr>
          <p:cNvSpPr>
            <a:spLocks xmlns:a="http://schemas.openxmlformats.org/drawingml/2006/main" noGrp="1"/>
          </p:cNvSpPr>
          <p:nvPr/>
        </p:nvSpPr>
        <p:spPr>
          <a:xfrm xmlns:a="http://schemas.openxmlformats.org/drawingml/2006/main">
            <a:off x="685800" y="6362700"/>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defRPr sz="975" b="1">
                <a:solidFill>
                  <a:srgbClr val="596176"/>
                </a:solidFill>
                <a:latin typeface="Arial"/>
                <a:ea typeface="Arial"/>
                <a:cs typeface="Arial"/>
              </a:defRPr>
            </a:defPPr>
            <a:lvl1pPr>
              <a:defRPr sz="975" b="1">
                <a:solidFill>
                  <a:srgbClr val="596176"/>
                </a:solidFill>
                <a:latin typeface="Arial"/>
                <a:ea typeface="Arial"/>
                <a:cs typeface="Arial"/>
              </a:defRPr>
            </a:lvl1pPr>
            <a:lvl2pPr>
              <a:defRPr sz="975" b="1">
                <a:solidFill>
                  <a:srgbClr val="596176"/>
                </a:solidFill>
                <a:latin typeface="Arial"/>
                <a:ea typeface="Arial"/>
                <a:cs typeface="Arial"/>
              </a:defRPr>
            </a:lvl2pPr>
            <a:lvl3pPr>
              <a:defRPr sz="975" b="1">
                <a:solidFill>
                  <a:srgbClr val="596176"/>
                </a:solidFill>
                <a:latin typeface="Arial"/>
                <a:ea typeface="Arial"/>
                <a:cs typeface="Arial"/>
              </a:defRPr>
            </a:lvl3pPr>
            <a:lvl4pPr>
              <a:defRPr sz="975" b="1">
                <a:solidFill>
                  <a:srgbClr val="596176"/>
                </a:solidFill>
                <a:latin typeface="Arial"/>
                <a:ea typeface="Arial"/>
                <a:cs typeface="Arial"/>
              </a:defRPr>
            </a:lvl4pPr>
            <a:lvl5pPr>
              <a:defRPr sz="975" b="1">
                <a:solidFill>
                  <a:srgbClr val="596176"/>
                </a:solidFill>
                <a:latin typeface="Arial"/>
                <a:ea typeface="Arial"/>
                <a:cs typeface="Arial"/>
              </a:defRPr>
            </a:lvl5pPr>
            <a:lvl6pPr>
              <a:defRPr sz="975" b="1">
                <a:solidFill>
                  <a:srgbClr val="596176"/>
                </a:solidFill>
                <a:latin typeface="Arial"/>
                <a:ea typeface="Arial"/>
                <a:cs typeface="Arial"/>
              </a:defRPr>
            </a:lvl6pPr>
            <a:lvl7pPr>
              <a:defRPr sz="975" b="1">
                <a:solidFill>
                  <a:srgbClr val="596176"/>
                </a:solidFill>
                <a:latin typeface="Arial"/>
                <a:ea typeface="Arial"/>
                <a:cs typeface="Arial"/>
              </a:defRPr>
            </a:lvl7pPr>
            <a:lvl8pPr>
              <a:defRPr sz="975" b="1">
                <a:solidFill>
                  <a:srgbClr val="596176"/>
                </a:solidFill>
                <a:latin typeface="Arial"/>
                <a:ea typeface="Arial"/>
                <a:cs typeface="Arial"/>
              </a:defRPr>
            </a:lvl8pPr>
            <a:lvl9pPr>
              <a:defRPr sz="975" b="1">
                <a:solidFill>
                  <a:srgbClr val="596176"/>
                </a:solidFill>
                <a:latin typeface="Arial"/>
                <a:ea typeface="Arial"/>
                <a:cs typeface="Arial"/>
              </a:defRPr>
            </a:lvl9pPr>
          </a:lstStyle>
          <a:p xmlns:a="http://schemas.openxmlformats.org/drawingml/2006/main">
            <a:pPr>
              <a:defRPr sz="975" b="1">
                <a:solidFill>
                  <a:srgbClr val="596176"/>
                </a:solidFill>
                <a:latin typeface="Arial"/>
                <a:ea typeface="Arial"/>
                <a:cs typeface="Arial"/>
              </a:defRPr>
            </a:pPr>
            <a:r>
              <a:rPr sz="975" b="1">
                <a:solidFill>
                  <a:srgbClr val="596176"/>
                </a:solidFill>
                <a:latin typeface="Arial"/>
                <a:ea typeface="Arial"/>
                <a:cs typeface="Arial"/>
              </a:rPr>
              <a:t>DAY 5 FUTURES REPORT  |  PRACTICE DATA UNLESS STATED</a:t>
            </a:r>
          </a:p>
        </p:txBody>
      </p:sp>
      <p:sp>
        <p:nvSpPr>
          <p:cNvPr id="13" name="page-number">
            <a:extLst xmlns:a="http://schemas.openxmlformats.org/drawingml/2006/main">
              <a:ext uri="{FF2B5EF4-FFF2-40B4-BE49-F238E27FC236}">
                <a16:creationId xmlns:a16="http://schemas.microsoft.com/office/drawing/2014/main" id="{23BC8A61-B918-4E76-8C15-E17E395A407C}"/>
              </a:ext>
            </a:extLst>
          </p:cNvPr>
          <p:cNvSpPr>
            <a:spLocks xmlns:a="http://schemas.openxmlformats.org/drawingml/2006/main" noGrp="1"/>
          </p:cNvSpPr>
          <p:nvPr/>
        </p:nvSpPr>
        <p:spPr>
          <a:xfrm xmlns:a="http://schemas.openxmlformats.org/drawingml/2006/main">
            <a:off x="11049000" y="6334125"/>
            <a:ext cx="4286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defRPr sz="1125" b="1">
                <a:solidFill>
                  <a:srgbClr val="713BCC"/>
                </a:solidFill>
                <a:latin typeface="Arial"/>
                <a:ea typeface="Arial"/>
                <a:cs typeface="Arial"/>
              </a:defRPr>
            </a:defPPr>
            <a:lvl1pPr>
              <a:defRPr sz="1125" b="1">
                <a:solidFill>
                  <a:srgbClr val="713BCC"/>
                </a:solidFill>
                <a:latin typeface="Arial"/>
                <a:ea typeface="Arial"/>
                <a:cs typeface="Arial"/>
              </a:defRPr>
            </a:lvl1pPr>
            <a:lvl2pPr>
              <a:defRPr sz="1125" b="1">
                <a:solidFill>
                  <a:srgbClr val="713BCC"/>
                </a:solidFill>
                <a:latin typeface="Arial"/>
                <a:ea typeface="Arial"/>
                <a:cs typeface="Arial"/>
              </a:defRPr>
            </a:lvl2pPr>
            <a:lvl3pPr>
              <a:defRPr sz="1125" b="1">
                <a:solidFill>
                  <a:srgbClr val="713BCC"/>
                </a:solidFill>
                <a:latin typeface="Arial"/>
                <a:ea typeface="Arial"/>
                <a:cs typeface="Arial"/>
              </a:defRPr>
            </a:lvl3pPr>
            <a:lvl4pPr>
              <a:defRPr sz="1125" b="1">
                <a:solidFill>
                  <a:srgbClr val="713BCC"/>
                </a:solidFill>
                <a:latin typeface="Arial"/>
                <a:ea typeface="Arial"/>
                <a:cs typeface="Arial"/>
              </a:defRPr>
            </a:lvl4pPr>
            <a:lvl5pPr>
              <a:defRPr sz="1125" b="1">
                <a:solidFill>
                  <a:srgbClr val="713BCC"/>
                </a:solidFill>
                <a:latin typeface="Arial"/>
                <a:ea typeface="Arial"/>
                <a:cs typeface="Arial"/>
              </a:defRPr>
            </a:lvl5pPr>
            <a:lvl6pPr>
              <a:defRPr sz="1125" b="1">
                <a:solidFill>
                  <a:srgbClr val="713BCC"/>
                </a:solidFill>
                <a:latin typeface="Arial"/>
                <a:ea typeface="Arial"/>
                <a:cs typeface="Arial"/>
              </a:defRPr>
            </a:lvl6pPr>
            <a:lvl7pPr>
              <a:defRPr sz="1125" b="1">
                <a:solidFill>
                  <a:srgbClr val="713BCC"/>
                </a:solidFill>
                <a:latin typeface="Arial"/>
                <a:ea typeface="Arial"/>
                <a:cs typeface="Arial"/>
              </a:defRPr>
            </a:lvl7pPr>
            <a:lvl8pPr>
              <a:defRPr sz="1125" b="1">
                <a:solidFill>
                  <a:srgbClr val="713BCC"/>
                </a:solidFill>
                <a:latin typeface="Arial"/>
                <a:ea typeface="Arial"/>
                <a:cs typeface="Arial"/>
              </a:defRPr>
            </a:lvl8pPr>
            <a:lvl9pPr>
              <a:defRPr sz="1125" b="1">
                <a:solidFill>
                  <a:srgbClr val="713BCC"/>
                </a:solidFill>
                <a:latin typeface="Arial"/>
                <a:ea typeface="Arial"/>
                <a:cs typeface="Arial"/>
              </a:defRPr>
            </a:lvl9pPr>
          </a:lstStyle>
          <a:p xmlns:a="http://schemas.openxmlformats.org/drawingml/2006/main">
            <a:pPr>
              <a:defRPr sz="1125" b="1">
                <a:solidFill>
                  <a:srgbClr val="713BCC"/>
                </a:solidFill>
                <a:latin typeface="Arial"/>
                <a:ea typeface="Arial"/>
                <a:cs typeface="Arial"/>
              </a:defRPr>
            </a:pPr>
            <a:r>
              <a:rPr sz="1125" b="1">
                <a:solidFill>
                  <a:srgbClr val="713BCC"/>
                </a:solidFill>
                <a:latin typeface="Arial"/>
                <a:ea typeface="Arial"/>
                <a:cs typeface="Arial"/>
              </a:rPr>
              <a:t>07</a:t>
            </a:r>
          </a:p>
        </p:txBody>
      </p:sp>
    </p:spTree>
    <p:extLst>
      <p:ext uri="{BB962C8B-B14F-4D97-AF65-F5344CB8AC3E}">
        <p14:creationId xmlns:p14="http://schemas.microsoft.com/office/powerpoint/2010/main" val="1048247856"/>
      </p:ext>
    </p:extLst>
  </p:cSld>
</p:sld>
</file>

<file path=ppt/slides/slide8.xml><?xml version="1.0" encoding="utf-8"?>
<p:sld xmlns:p="http://schemas.openxmlformats.org/presentationml/2006/main">
  <p:cSld>
    <p:bg>
      <p:bgPr>
        <a:solidFill xmlns:a="http://schemas.openxmlformats.org/drawingml/2006/main">
          <a:srgbClr val="F7F7FB"/>
        </a:solidFill>
      </p:bgPr>
    </p:bg>
    <p:spTree>
      <p:nvGrpSpPr>
        <p:cNvPr id="1" name=""/>
        <p:cNvGrpSpPr/>
        <p:nvPr/>
      </p:nvGrpSpPr>
      <p:grpSpPr>
        <a:xfrm xmlns:a="http://schemas.openxmlformats.org/drawingml/2006/main"/>
      </p:grpSpPr>
      <p:sp>
        <p:nvSpPr>
          <p:cNvPr id="20" name="accent-rule">
            <a:extLst xmlns:a="http://schemas.openxmlformats.org/drawingml/2006/main">
              <a:ext uri="{FF2B5EF4-FFF2-40B4-BE49-F238E27FC236}">
                <a16:creationId xmlns:a16="http://schemas.microsoft.com/office/drawing/2014/main" id="{3654BF1B-A8A1-441D-8B58-9E63E05FF1FE}"/>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713BCC"/>
          </a:solidFill>
          <a:ln xmlns:a="http://schemas.openxmlformats.org/drawingml/2006/main" w="0">
            <a:noFill/>
            <a:prstDash val="solid"/>
          </a:ln>
        </p:spPr>
      </p:sp>
      <p:sp>
        <p:nvSpPr>
          <p:cNvPr id="2" name="presenter-label">
            <a:extLst xmlns:a="http://schemas.openxmlformats.org/drawingml/2006/main">
              <a:ext uri="{FF2B5EF4-FFF2-40B4-BE49-F238E27FC236}">
                <a16:creationId xmlns:a16="http://schemas.microsoft.com/office/drawing/2014/main" id="{35625723-101B-457E-B96C-4DD065D9F8EB}"/>
              </a:ext>
            </a:extLst>
          </p:cNvPr>
          <p:cNvSpPr>
            <a:spLocks xmlns:a="http://schemas.openxmlformats.org/drawingml/2006/main" noGrp="1"/>
          </p:cNvSpPr>
          <p:nvPr/>
        </p:nvSpPr>
        <p:spPr>
          <a:xfrm xmlns:a="http://schemas.openxmlformats.org/drawingml/2006/main">
            <a:off x="666750" y="342900"/>
            <a:ext cx="857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defRPr sz="1200" b="1">
                <a:solidFill>
                  <a:srgbClr val="713BCC"/>
                </a:solidFill>
                <a:latin typeface="Arial"/>
                <a:ea typeface="Arial"/>
                <a:cs typeface="Arial"/>
              </a:defRPr>
            </a:defPPr>
            <a:lvl1pPr>
              <a:defRPr sz="1200" b="1">
                <a:solidFill>
                  <a:srgbClr val="713BCC"/>
                </a:solidFill>
                <a:latin typeface="Arial"/>
                <a:ea typeface="Arial"/>
                <a:cs typeface="Arial"/>
              </a:defRPr>
            </a:lvl1pPr>
            <a:lvl2pPr>
              <a:defRPr sz="1200" b="1">
                <a:solidFill>
                  <a:srgbClr val="713BCC"/>
                </a:solidFill>
                <a:latin typeface="Arial"/>
                <a:ea typeface="Arial"/>
                <a:cs typeface="Arial"/>
              </a:defRPr>
            </a:lvl2pPr>
            <a:lvl3pPr>
              <a:defRPr sz="1200" b="1">
                <a:solidFill>
                  <a:srgbClr val="713BCC"/>
                </a:solidFill>
                <a:latin typeface="Arial"/>
                <a:ea typeface="Arial"/>
                <a:cs typeface="Arial"/>
              </a:defRPr>
            </a:lvl3pPr>
            <a:lvl4pPr>
              <a:defRPr sz="1200" b="1">
                <a:solidFill>
                  <a:srgbClr val="713BCC"/>
                </a:solidFill>
                <a:latin typeface="Arial"/>
                <a:ea typeface="Arial"/>
                <a:cs typeface="Arial"/>
              </a:defRPr>
            </a:lvl4pPr>
            <a:lvl5pPr>
              <a:defRPr sz="1200" b="1">
                <a:solidFill>
                  <a:srgbClr val="713BCC"/>
                </a:solidFill>
                <a:latin typeface="Arial"/>
                <a:ea typeface="Arial"/>
                <a:cs typeface="Arial"/>
              </a:defRPr>
            </a:lvl5pPr>
            <a:lvl6pPr>
              <a:defRPr sz="1200" b="1">
                <a:solidFill>
                  <a:srgbClr val="713BCC"/>
                </a:solidFill>
                <a:latin typeface="Arial"/>
                <a:ea typeface="Arial"/>
                <a:cs typeface="Arial"/>
              </a:defRPr>
            </a:lvl6pPr>
            <a:lvl7pPr>
              <a:defRPr sz="1200" b="1">
                <a:solidFill>
                  <a:srgbClr val="713BCC"/>
                </a:solidFill>
                <a:latin typeface="Arial"/>
                <a:ea typeface="Arial"/>
                <a:cs typeface="Arial"/>
              </a:defRPr>
            </a:lvl7pPr>
            <a:lvl8pPr>
              <a:defRPr sz="1200" b="1">
                <a:solidFill>
                  <a:srgbClr val="713BCC"/>
                </a:solidFill>
                <a:latin typeface="Arial"/>
                <a:ea typeface="Arial"/>
                <a:cs typeface="Arial"/>
              </a:defRPr>
            </a:lvl8pPr>
            <a:lvl9pPr>
              <a:defRPr sz="1200" b="1">
                <a:solidFill>
                  <a:srgbClr val="713BCC"/>
                </a:solidFill>
                <a:latin typeface="Arial"/>
                <a:ea typeface="Arial"/>
                <a:cs typeface="Arial"/>
              </a:defRPr>
            </a:lvl9pPr>
          </a:lstStyle>
          <a:p xmlns:a="http://schemas.openxmlformats.org/drawingml/2006/main">
            <a:pPr>
              <a:defRPr sz="1200" b="1">
                <a:solidFill>
                  <a:srgbClr val="713BCC"/>
                </a:solidFill>
                <a:latin typeface="Arial"/>
                <a:ea typeface="Arial"/>
                <a:cs typeface="Arial"/>
              </a:defRPr>
            </a:pPr>
            <a:r>
              <a:rPr sz="1200" b="1">
                <a:solidFill>
                  <a:srgbClr val="713BCC"/>
                </a:solidFill>
                <a:latin typeface="Arial"/>
                <a:ea typeface="Arial"/>
                <a:cs typeface="Arial"/>
              </a:rPr>
              <a:t>LIYA  /  PERSONALISATION</a:t>
            </a:r>
          </a:p>
        </p:txBody>
      </p:sp>
      <p:sp>
        <p:nvSpPr>
          <p:cNvPr id="3" name="slide-title">
            <a:extLst xmlns:a="http://schemas.openxmlformats.org/drawingml/2006/main">
              <a:ext uri="{FF2B5EF4-FFF2-40B4-BE49-F238E27FC236}">
                <a16:creationId xmlns:a16="http://schemas.microsoft.com/office/drawing/2014/main" id="{0453E134-5D8E-4A74-AD7E-6B3EDEA3BED5}"/>
              </a:ext>
            </a:extLst>
          </p:cNvPr>
          <p:cNvSpPr>
            <a:spLocks xmlns:a="http://schemas.openxmlformats.org/drawingml/2006/main" noGrp="1"/>
          </p:cNvSpPr>
          <p:nvPr/>
        </p:nvSpPr>
        <p:spPr>
          <a:xfrm xmlns:a="http://schemas.openxmlformats.org/drawingml/2006/main">
            <a:off x="666750" y="790575"/>
            <a:ext cx="10858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defRPr sz="3150" b="1">
                <a:solidFill>
                  <a:srgbClr val="10152B"/>
                </a:solidFill>
                <a:latin typeface="Arial"/>
                <a:ea typeface="Arial"/>
                <a:cs typeface="Arial"/>
              </a:defRPr>
            </a:defPPr>
            <a:lvl1pPr>
              <a:defRPr sz="3150" b="1">
                <a:solidFill>
                  <a:srgbClr val="10152B"/>
                </a:solidFill>
                <a:latin typeface="Arial"/>
                <a:ea typeface="Arial"/>
                <a:cs typeface="Arial"/>
              </a:defRPr>
            </a:lvl1pPr>
            <a:lvl2pPr>
              <a:defRPr sz="3150" b="1">
                <a:solidFill>
                  <a:srgbClr val="10152B"/>
                </a:solidFill>
                <a:latin typeface="Arial"/>
                <a:ea typeface="Arial"/>
                <a:cs typeface="Arial"/>
              </a:defRPr>
            </a:lvl2pPr>
            <a:lvl3pPr>
              <a:defRPr sz="3150" b="1">
                <a:solidFill>
                  <a:srgbClr val="10152B"/>
                </a:solidFill>
                <a:latin typeface="Arial"/>
                <a:ea typeface="Arial"/>
                <a:cs typeface="Arial"/>
              </a:defRPr>
            </a:lvl3pPr>
            <a:lvl4pPr>
              <a:defRPr sz="3150" b="1">
                <a:solidFill>
                  <a:srgbClr val="10152B"/>
                </a:solidFill>
                <a:latin typeface="Arial"/>
                <a:ea typeface="Arial"/>
                <a:cs typeface="Arial"/>
              </a:defRPr>
            </a:lvl4pPr>
            <a:lvl5pPr>
              <a:defRPr sz="3150" b="1">
                <a:solidFill>
                  <a:srgbClr val="10152B"/>
                </a:solidFill>
                <a:latin typeface="Arial"/>
                <a:ea typeface="Arial"/>
                <a:cs typeface="Arial"/>
              </a:defRPr>
            </a:lvl5pPr>
            <a:lvl6pPr>
              <a:defRPr sz="3150" b="1">
                <a:solidFill>
                  <a:srgbClr val="10152B"/>
                </a:solidFill>
                <a:latin typeface="Arial"/>
                <a:ea typeface="Arial"/>
                <a:cs typeface="Arial"/>
              </a:defRPr>
            </a:lvl6pPr>
            <a:lvl7pPr>
              <a:defRPr sz="3150" b="1">
                <a:solidFill>
                  <a:srgbClr val="10152B"/>
                </a:solidFill>
                <a:latin typeface="Arial"/>
                <a:ea typeface="Arial"/>
                <a:cs typeface="Arial"/>
              </a:defRPr>
            </a:lvl7pPr>
            <a:lvl8pPr>
              <a:defRPr sz="3150" b="1">
                <a:solidFill>
                  <a:srgbClr val="10152B"/>
                </a:solidFill>
                <a:latin typeface="Arial"/>
                <a:ea typeface="Arial"/>
                <a:cs typeface="Arial"/>
              </a:defRPr>
            </a:lvl8pPr>
            <a:lvl9pPr>
              <a:defRPr sz="3150" b="1">
                <a:solidFill>
                  <a:srgbClr val="10152B"/>
                </a:solidFill>
                <a:latin typeface="Arial"/>
                <a:ea typeface="Arial"/>
                <a:cs typeface="Arial"/>
              </a:defRPr>
            </a:lvl9pPr>
          </a:lstStyle>
          <a:p xmlns:a="http://schemas.openxmlformats.org/drawingml/2006/main">
            <a:pPr>
              <a:defRPr sz="3150" b="1">
                <a:solidFill>
                  <a:srgbClr val="10152B"/>
                </a:solidFill>
                <a:latin typeface="Arial"/>
                <a:ea typeface="Arial"/>
                <a:cs typeface="Arial"/>
              </a:defRPr>
            </a:pPr>
            <a:r>
              <a:rPr sz="3150" b="1">
                <a:solidFill>
                  <a:srgbClr val="10152B"/>
                </a:solidFill>
                <a:latin typeface="Arial"/>
                <a:ea typeface="Arial"/>
                <a:cs typeface="Arial"/>
              </a:rPr>
              <a:t>A/B testing checks value and trust together</a:t>
            </a:r>
          </a:p>
        </p:txBody>
      </p:sp>
      <p:sp>
        <p:nvSpPr>
          <p:cNvPr id="4" name="slide-subtitle">
            <a:extLst xmlns:a="http://schemas.openxmlformats.org/drawingml/2006/main">
              <a:ext uri="{FF2B5EF4-FFF2-40B4-BE49-F238E27FC236}">
                <a16:creationId xmlns:a16="http://schemas.microsoft.com/office/drawing/2014/main" id="{F193E5F5-FA9B-43BB-8E4D-469230FBB121}"/>
              </a:ext>
            </a:extLst>
          </p:cNvPr>
          <p:cNvSpPr>
            <a:spLocks xmlns:a="http://schemas.openxmlformats.org/drawingml/2006/main" noGrp="1"/>
          </p:cNvSpPr>
          <p:nvPr/>
        </p:nvSpPr>
        <p:spPr>
          <a:xfrm xmlns:a="http://schemas.openxmlformats.org/drawingml/2006/main">
            <a:off x="685800" y="1524000"/>
            <a:ext cx="10668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defRPr sz="1725" b="0">
                <a:solidFill>
                  <a:srgbClr val="596176"/>
                </a:solidFill>
                <a:latin typeface="Arial"/>
                <a:ea typeface="Arial"/>
                <a:cs typeface="Arial"/>
              </a:defRPr>
            </a:defPPr>
            <a:lvl1pPr>
              <a:defRPr sz="1725" b="0">
                <a:solidFill>
                  <a:srgbClr val="596176"/>
                </a:solidFill>
                <a:latin typeface="Arial"/>
                <a:ea typeface="Arial"/>
                <a:cs typeface="Arial"/>
              </a:defRPr>
            </a:lvl1pPr>
            <a:lvl2pPr>
              <a:defRPr sz="1725" b="0">
                <a:solidFill>
                  <a:srgbClr val="596176"/>
                </a:solidFill>
                <a:latin typeface="Arial"/>
                <a:ea typeface="Arial"/>
                <a:cs typeface="Arial"/>
              </a:defRPr>
            </a:lvl2pPr>
            <a:lvl3pPr>
              <a:defRPr sz="1725" b="0">
                <a:solidFill>
                  <a:srgbClr val="596176"/>
                </a:solidFill>
                <a:latin typeface="Arial"/>
                <a:ea typeface="Arial"/>
                <a:cs typeface="Arial"/>
              </a:defRPr>
            </a:lvl3pPr>
            <a:lvl4pPr>
              <a:defRPr sz="1725" b="0">
                <a:solidFill>
                  <a:srgbClr val="596176"/>
                </a:solidFill>
                <a:latin typeface="Arial"/>
                <a:ea typeface="Arial"/>
                <a:cs typeface="Arial"/>
              </a:defRPr>
            </a:lvl4pPr>
            <a:lvl5pPr>
              <a:defRPr sz="1725" b="0">
                <a:solidFill>
                  <a:srgbClr val="596176"/>
                </a:solidFill>
                <a:latin typeface="Arial"/>
                <a:ea typeface="Arial"/>
                <a:cs typeface="Arial"/>
              </a:defRPr>
            </a:lvl5pPr>
            <a:lvl6pPr>
              <a:defRPr sz="1725" b="0">
                <a:solidFill>
                  <a:srgbClr val="596176"/>
                </a:solidFill>
                <a:latin typeface="Arial"/>
                <a:ea typeface="Arial"/>
                <a:cs typeface="Arial"/>
              </a:defRPr>
            </a:lvl6pPr>
            <a:lvl7pPr>
              <a:defRPr sz="1725" b="0">
                <a:solidFill>
                  <a:srgbClr val="596176"/>
                </a:solidFill>
                <a:latin typeface="Arial"/>
                <a:ea typeface="Arial"/>
                <a:cs typeface="Arial"/>
              </a:defRPr>
            </a:lvl7pPr>
            <a:lvl8pPr>
              <a:defRPr sz="1725" b="0">
                <a:solidFill>
                  <a:srgbClr val="596176"/>
                </a:solidFill>
                <a:latin typeface="Arial"/>
                <a:ea typeface="Arial"/>
                <a:cs typeface="Arial"/>
              </a:defRPr>
            </a:lvl8pPr>
            <a:lvl9pPr>
              <a:defRPr sz="1725" b="0">
                <a:solidFill>
                  <a:srgbClr val="596176"/>
                </a:solidFill>
                <a:latin typeface="Arial"/>
                <a:ea typeface="Arial"/>
                <a:cs typeface="Arial"/>
              </a:defRPr>
            </a:lvl9pPr>
          </a:lstStyle>
          <a:p xmlns:a="http://schemas.openxmlformats.org/drawingml/2006/main">
            <a:pPr>
              <a:defRPr sz="1725" b="0">
                <a:solidFill>
                  <a:srgbClr val="596176"/>
                </a:solidFill>
                <a:latin typeface="Arial"/>
                <a:ea typeface="Arial"/>
                <a:cs typeface="Arial"/>
              </a:defRPr>
            </a:pPr>
            <a:r>
              <a:rPr sz="1725" b="0">
                <a:solidFill>
                  <a:srgbClr val="596176"/>
                </a:solidFill>
                <a:latin typeface="Arial"/>
                <a:ea typeface="Arial"/>
                <a:cs typeface="Arial"/>
              </a:rPr>
              <a:t>Use a control group and guardrails before expanding a recommendation.</a:t>
            </a:r>
          </a:p>
        </p:txBody>
      </p:sp>
      <p:sp>
        <p:nvSpPr>
          <p:cNvPr id="5" name="title-divider">
            <a:extLst xmlns:a="http://schemas.openxmlformats.org/drawingml/2006/main">
              <a:ext uri="{FF2B5EF4-FFF2-40B4-BE49-F238E27FC236}">
                <a16:creationId xmlns:a16="http://schemas.microsoft.com/office/drawing/2014/main" id="{144B1E72-4321-4EBF-BA4C-BAD5F13A1C7D}"/>
              </a:ext>
            </a:extLst>
          </p:cNvPr>
          <p:cNvSpPr>
            <a:spLocks xmlns:a="http://schemas.openxmlformats.org/drawingml/2006/main" noGrp="1"/>
          </p:cNvSpPr>
          <p:nvPr/>
        </p:nvSpPr>
        <p:spPr>
          <a:xfrm xmlns:a="http://schemas.openxmlformats.org/drawingml/2006/main">
            <a:off x="685800" y="2038350"/>
            <a:ext cx="10810875" cy="0"/>
          </a:xfrm>
          <a:prstGeom xmlns:a="http://schemas.openxmlformats.org/drawingml/2006/main" prst="line">
            <a:avLst/>
          </a:prstGeom>
          <a:noFill xmlns:a="http://schemas.openxmlformats.org/drawingml/2006/main"/>
          <a:ln xmlns:a="http://schemas.openxmlformats.org/drawingml/2006/main" w="19050">
            <a:solidFill>
              <a:srgbClr val="D9DCE7"/>
            </a:solidFill>
            <a:prstDash val="solid"/>
          </a:ln>
        </p:spPr>
      </p:sp>
      <p:sp>
        <p:nvSpPr>
          <p:cNvPr id="6" name="control-label">
            <a:extLst xmlns:a="http://schemas.openxmlformats.org/drawingml/2006/main">
              <a:ext uri="{FF2B5EF4-FFF2-40B4-BE49-F238E27FC236}">
                <a16:creationId xmlns:a16="http://schemas.microsoft.com/office/drawing/2014/main" id="{A827EC9F-6F22-4A2D-91EA-9A91205C91C6}"/>
              </a:ext>
            </a:extLst>
          </p:cNvPr>
          <p:cNvSpPr>
            <a:spLocks xmlns:a="http://schemas.openxmlformats.org/drawingml/2006/main" noGrp="1"/>
          </p:cNvSpPr>
          <p:nvPr/>
        </p:nvSpPr>
        <p:spPr>
          <a:xfrm xmlns:a="http://schemas.openxmlformats.org/drawingml/2006/main">
            <a:off x="781050" y="253365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defRPr sz="1275" b="1">
                <a:solidFill>
                  <a:srgbClr val="596176"/>
                </a:solidFill>
                <a:latin typeface="Arial"/>
                <a:ea typeface="Arial"/>
                <a:cs typeface="Arial"/>
              </a:defRPr>
            </a:defPPr>
            <a:lvl1pPr>
              <a:defRPr sz="1275" b="1">
                <a:solidFill>
                  <a:srgbClr val="596176"/>
                </a:solidFill>
                <a:latin typeface="Arial"/>
                <a:ea typeface="Arial"/>
                <a:cs typeface="Arial"/>
              </a:defRPr>
            </a:lvl1pPr>
            <a:lvl2pPr>
              <a:defRPr sz="1275" b="1">
                <a:solidFill>
                  <a:srgbClr val="596176"/>
                </a:solidFill>
                <a:latin typeface="Arial"/>
                <a:ea typeface="Arial"/>
                <a:cs typeface="Arial"/>
              </a:defRPr>
            </a:lvl2pPr>
            <a:lvl3pPr>
              <a:defRPr sz="1275" b="1">
                <a:solidFill>
                  <a:srgbClr val="596176"/>
                </a:solidFill>
                <a:latin typeface="Arial"/>
                <a:ea typeface="Arial"/>
                <a:cs typeface="Arial"/>
              </a:defRPr>
            </a:lvl3pPr>
            <a:lvl4pPr>
              <a:defRPr sz="1275" b="1">
                <a:solidFill>
                  <a:srgbClr val="596176"/>
                </a:solidFill>
                <a:latin typeface="Arial"/>
                <a:ea typeface="Arial"/>
                <a:cs typeface="Arial"/>
              </a:defRPr>
            </a:lvl4pPr>
            <a:lvl5pPr>
              <a:defRPr sz="1275" b="1">
                <a:solidFill>
                  <a:srgbClr val="596176"/>
                </a:solidFill>
                <a:latin typeface="Arial"/>
                <a:ea typeface="Arial"/>
                <a:cs typeface="Arial"/>
              </a:defRPr>
            </a:lvl5pPr>
            <a:lvl6pPr>
              <a:defRPr sz="1275" b="1">
                <a:solidFill>
                  <a:srgbClr val="596176"/>
                </a:solidFill>
                <a:latin typeface="Arial"/>
                <a:ea typeface="Arial"/>
                <a:cs typeface="Arial"/>
              </a:defRPr>
            </a:lvl6pPr>
            <a:lvl7pPr>
              <a:defRPr sz="1275" b="1">
                <a:solidFill>
                  <a:srgbClr val="596176"/>
                </a:solidFill>
                <a:latin typeface="Arial"/>
                <a:ea typeface="Arial"/>
                <a:cs typeface="Arial"/>
              </a:defRPr>
            </a:lvl7pPr>
            <a:lvl8pPr>
              <a:defRPr sz="1275" b="1">
                <a:solidFill>
                  <a:srgbClr val="596176"/>
                </a:solidFill>
                <a:latin typeface="Arial"/>
                <a:ea typeface="Arial"/>
                <a:cs typeface="Arial"/>
              </a:defRPr>
            </a:lvl8pPr>
            <a:lvl9pPr>
              <a:defRPr sz="1275" b="1">
                <a:solidFill>
                  <a:srgbClr val="596176"/>
                </a:solidFill>
                <a:latin typeface="Arial"/>
                <a:ea typeface="Arial"/>
                <a:cs typeface="Arial"/>
              </a:defRPr>
            </a:lvl9pPr>
          </a:lstStyle>
          <a:p xmlns:a="http://schemas.openxmlformats.org/drawingml/2006/main">
            <a:pPr>
              <a:defRPr sz="1275" b="1">
                <a:solidFill>
                  <a:srgbClr val="596176"/>
                </a:solidFill>
                <a:latin typeface="Arial"/>
                <a:ea typeface="Arial"/>
                <a:cs typeface="Arial"/>
              </a:defRPr>
            </a:pPr>
            <a:r>
              <a:rPr sz="1275" b="1">
                <a:solidFill>
                  <a:srgbClr val="596176"/>
                </a:solidFill>
                <a:latin typeface="Arial"/>
                <a:ea typeface="Arial"/>
                <a:cs typeface="Arial"/>
              </a:rPr>
              <a:t>CONTROL</a:t>
            </a:r>
          </a:p>
        </p:txBody>
      </p:sp>
      <p:sp>
        <p:nvSpPr>
          <p:cNvPr id="7" name="control-copy">
            <a:extLst xmlns:a="http://schemas.openxmlformats.org/drawingml/2006/main">
              <a:ext uri="{FF2B5EF4-FFF2-40B4-BE49-F238E27FC236}">
                <a16:creationId xmlns:a16="http://schemas.microsoft.com/office/drawing/2014/main" id="{B945F325-5E76-4DF2-AF32-F5FA95580EB4}"/>
              </a:ext>
            </a:extLst>
          </p:cNvPr>
          <p:cNvSpPr>
            <a:spLocks xmlns:a="http://schemas.openxmlformats.org/drawingml/2006/main" noGrp="1"/>
          </p:cNvSpPr>
          <p:nvPr/>
        </p:nvSpPr>
        <p:spPr>
          <a:xfrm xmlns:a="http://schemas.openxmlformats.org/drawingml/2006/main">
            <a:off x="781050" y="2895600"/>
            <a:ext cx="4095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defRPr sz="1950" b="1">
                <a:solidFill>
                  <a:srgbClr val="10152B"/>
                </a:solidFill>
                <a:latin typeface="Arial"/>
                <a:ea typeface="Arial"/>
                <a:cs typeface="Arial"/>
              </a:defRPr>
            </a:defPPr>
            <a:lvl1pPr>
              <a:defRPr sz="1950" b="1">
                <a:solidFill>
                  <a:srgbClr val="10152B"/>
                </a:solidFill>
                <a:latin typeface="Arial"/>
                <a:ea typeface="Arial"/>
                <a:cs typeface="Arial"/>
              </a:defRPr>
            </a:lvl1pPr>
            <a:lvl2pPr>
              <a:defRPr sz="1950" b="1">
                <a:solidFill>
                  <a:srgbClr val="10152B"/>
                </a:solidFill>
                <a:latin typeface="Arial"/>
                <a:ea typeface="Arial"/>
                <a:cs typeface="Arial"/>
              </a:defRPr>
            </a:lvl2pPr>
            <a:lvl3pPr>
              <a:defRPr sz="1950" b="1">
                <a:solidFill>
                  <a:srgbClr val="10152B"/>
                </a:solidFill>
                <a:latin typeface="Arial"/>
                <a:ea typeface="Arial"/>
                <a:cs typeface="Arial"/>
              </a:defRPr>
            </a:lvl3pPr>
            <a:lvl4pPr>
              <a:defRPr sz="1950" b="1">
                <a:solidFill>
                  <a:srgbClr val="10152B"/>
                </a:solidFill>
                <a:latin typeface="Arial"/>
                <a:ea typeface="Arial"/>
                <a:cs typeface="Arial"/>
              </a:defRPr>
            </a:lvl4pPr>
            <a:lvl5pPr>
              <a:defRPr sz="1950" b="1">
                <a:solidFill>
                  <a:srgbClr val="10152B"/>
                </a:solidFill>
                <a:latin typeface="Arial"/>
                <a:ea typeface="Arial"/>
                <a:cs typeface="Arial"/>
              </a:defRPr>
            </a:lvl5pPr>
            <a:lvl6pPr>
              <a:defRPr sz="1950" b="1">
                <a:solidFill>
                  <a:srgbClr val="10152B"/>
                </a:solidFill>
                <a:latin typeface="Arial"/>
                <a:ea typeface="Arial"/>
                <a:cs typeface="Arial"/>
              </a:defRPr>
            </a:lvl6pPr>
            <a:lvl7pPr>
              <a:defRPr sz="1950" b="1">
                <a:solidFill>
                  <a:srgbClr val="10152B"/>
                </a:solidFill>
                <a:latin typeface="Arial"/>
                <a:ea typeface="Arial"/>
                <a:cs typeface="Arial"/>
              </a:defRPr>
            </a:lvl7pPr>
            <a:lvl8pPr>
              <a:defRPr sz="1950" b="1">
                <a:solidFill>
                  <a:srgbClr val="10152B"/>
                </a:solidFill>
                <a:latin typeface="Arial"/>
                <a:ea typeface="Arial"/>
                <a:cs typeface="Arial"/>
              </a:defRPr>
            </a:lvl8pPr>
            <a:lvl9pPr>
              <a:defRPr sz="1950" b="1">
                <a:solidFill>
                  <a:srgbClr val="10152B"/>
                </a:solidFill>
                <a:latin typeface="Arial"/>
                <a:ea typeface="Arial"/>
                <a:cs typeface="Arial"/>
              </a:defRPr>
            </a:lvl9pPr>
          </a:lstStyle>
          <a:p xmlns:a="http://schemas.openxmlformats.org/drawingml/2006/main">
            <a:pPr>
              <a:defRPr sz="1950" b="1">
                <a:solidFill>
                  <a:srgbClr val="10152B"/>
                </a:solidFill>
                <a:latin typeface="Arial"/>
                <a:ea typeface="Arial"/>
                <a:cs typeface="Arial"/>
              </a:defRPr>
            </a:pPr>
            <a:r>
              <a:rPr sz="1950" b="1">
                <a:solidFill>
                  <a:srgbClr val="10152B"/>
                </a:solidFill>
                <a:latin typeface="Arial"/>
                <a:ea typeface="Arial"/>
                <a:cs typeface="Arial"/>
              </a:rPr>
              <a:t>Standard product page</a:t>
            </a:r>
          </a:p>
        </p:txBody>
      </p:sp>
      <p:sp>
        <p:nvSpPr>
          <p:cNvPr id="8" name="test-label">
            <a:extLst xmlns:a="http://schemas.openxmlformats.org/drawingml/2006/main">
              <a:ext uri="{FF2B5EF4-FFF2-40B4-BE49-F238E27FC236}">
                <a16:creationId xmlns:a16="http://schemas.microsoft.com/office/drawing/2014/main" id="{7E102B12-96E0-4D2B-B5DA-95C6A3A11F32}"/>
              </a:ext>
            </a:extLst>
          </p:cNvPr>
          <p:cNvSpPr>
            <a:spLocks xmlns:a="http://schemas.openxmlformats.org/drawingml/2006/main" noGrp="1"/>
          </p:cNvSpPr>
          <p:nvPr/>
        </p:nvSpPr>
        <p:spPr>
          <a:xfrm xmlns:a="http://schemas.openxmlformats.org/drawingml/2006/main">
            <a:off x="5619750" y="253365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defRPr sz="1275" b="1">
                <a:solidFill>
                  <a:srgbClr val="188F75"/>
                </a:solidFill>
                <a:latin typeface="Arial"/>
                <a:ea typeface="Arial"/>
                <a:cs typeface="Arial"/>
              </a:defRPr>
            </a:defPPr>
            <a:lvl1pPr>
              <a:defRPr sz="1275" b="1">
                <a:solidFill>
                  <a:srgbClr val="188F75"/>
                </a:solidFill>
                <a:latin typeface="Arial"/>
                <a:ea typeface="Arial"/>
                <a:cs typeface="Arial"/>
              </a:defRPr>
            </a:lvl1pPr>
            <a:lvl2pPr>
              <a:defRPr sz="1275" b="1">
                <a:solidFill>
                  <a:srgbClr val="188F75"/>
                </a:solidFill>
                <a:latin typeface="Arial"/>
                <a:ea typeface="Arial"/>
                <a:cs typeface="Arial"/>
              </a:defRPr>
            </a:lvl2pPr>
            <a:lvl3pPr>
              <a:defRPr sz="1275" b="1">
                <a:solidFill>
                  <a:srgbClr val="188F75"/>
                </a:solidFill>
                <a:latin typeface="Arial"/>
                <a:ea typeface="Arial"/>
                <a:cs typeface="Arial"/>
              </a:defRPr>
            </a:lvl3pPr>
            <a:lvl4pPr>
              <a:defRPr sz="1275" b="1">
                <a:solidFill>
                  <a:srgbClr val="188F75"/>
                </a:solidFill>
                <a:latin typeface="Arial"/>
                <a:ea typeface="Arial"/>
                <a:cs typeface="Arial"/>
              </a:defRPr>
            </a:lvl4pPr>
            <a:lvl5pPr>
              <a:defRPr sz="1275" b="1">
                <a:solidFill>
                  <a:srgbClr val="188F75"/>
                </a:solidFill>
                <a:latin typeface="Arial"/>
                <a:ea typeface="Arial"/>
                <a:cs typeface="Arial"/>
              </a:defRPr>
            </a:lvl5pPr>
            <a:lvl6pPr>
              <a:defRPr sz="1275" b="1">
                <a:solidFill>
                  <a:srgbClr val="188F75"/>
                </a:solidFill>
                <a:latin typeface="Arial"/>
                <a:ea typeface="Arial"/>
                <a:cs typeface="Arial"/>
              </a:defRPr>
            </a:lvl6pPr>
            <a:lvl7pPr>
              <a:defRPr sz="1275" b="1">
                <a:solidFill>
                  <a:srgbClr val="188F75"/>
                </a:solidFill>
                <a:latin typeface="Arial"/>
                <a:ea typeface="Arial"/>
                <a:cs typeface="Arial"/>
              </a:defRPr>
            </a:lvl7pPr>
            <a:lvl8pPr>
              <a:defRPr sz="1275" b="1">
                <a:solidFill>
                  <a:srgbClr val="188F75"/>
                </a:solidFill>
                <a:latin typeface="Arial"/>
                <a:ea typeface="Arial"/>
                <a:cs typeface="Arial"/>
              </a:defRPr>
            </a:lvl8pPr>
            <a:lvl9pPr>
              <a:defRPr sz="1275" b="1">
                <a:solidFill>
                  <a:srgbClr val="188F75"/>
                </a:solidFill>
                <a:latin typeface="Arial"/>
                <a:ea typeface="Arial"/>
                <a:cs typeface="Arial"/>
              </a:defRPr>
            </a:lvl9pPr>
          </a:lstStyle>
          <a:p xmlns:a="http://schemas.openxmlformats.org/drawingml/2006/main">
            <a:pPr>
              <a:defRPr sz="1275" b="1">
                <a:solidFill>
                  <a:srgbClr val="188F75"/>
                </a:solidFill>
                <a:latin typeface="Arial"/>
                <a:ea typeface="Arial"/>
                <a:cs typeface="Arial"/>
              </a:defRPr>
            </a:pPr>
            <a:r>
              <a:rPr sz="1275" b="1">
                <a:solidFill>
                  <a:srgbClr val="188F75"/>
                </a:solidFill>
                <a:latin typeface="Arial"/>
                <a:ea typeface="Arial"/>
                <a:cs typeface="Arial"/>
              </a:rPr>
              <a:t>TEST</a:t>
            </a:r>
          </a:p>
        </p:txBody>
      </p:sp>
      <p:sp>
        <p:nvSpPr>
          <p:cNvPr id="9" name="test-copy">
            <a:extLst xmlns:a="http://schemas.openxmlformats.org/drawingml/2006/main">
              <a:ext uri="{FF2B5EF4-FFF2-40B4-BE49-F238E27FC236}">
                <a16:creationId xmlns:a16="http://schemas.microsoft.com/office/drawing/2014/main" id="{224C1CC7-AEF2-4DCD-BED7-B7F888F3865B}"/>
              </a:ext>
            </a:extLst>
          </p:cNvPr>
          <p:cNvSpPr>
            <a:spLocks xmlns:a="http://schemas.openxmlformats.org/drawingml/2006/main" noGrp="1"/>
          </p:cNvSpPr>
          <p:nvPr/>
        </p:nvSpPr>
        <p:spPr>
          <a:xfrm xmlns:a="http://schemas.openxmlformats.org/drawingml/2006/main">
            <a:off x="5619750" y="2895600"/>
            <a:ext cx="5334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defRPr sz="1950" b="1">
                <a:solidFill>
                  <a:srgbClr val="10152B"/>
                </a:solidFill>
                <a:latin typeface="Arial"/>
                <a:ea typeface="Arial"/>
                <a:cs typeface="Arial"/>
              </a:defRPr>
            </a:defPPr>
            <a:lvl1pPr>
              <a:defRPr sz="1950" b="1">
                <a:solidFill>
                  <a:srgbClr val="10152B"/>
                </a:solidFill>
                <a:latin typeface="Arial"/>
                <a:ea typeface="Arial"/>
                <a:cs typeface="Arial"/>
              </a:defRPr>
            </a:lvl1pPr>
            <a:lvl2pPr>
              <a:defRPr sz="1950" b="1">
                <a:solidFill>
                  <a:srgbClr val="10152B"/>
                </a:solidFill>
                <a:latin typeface="Arial"/>
                <a:ea typeface="Arial"/>
                <a:cs typeface="Arial"/>
              </a:defRPr>
            </a:lvl2pPr>
            <a:lvl3pPr>
              <a:defRPr sz="1950" b="1">
                <a:solidFill>
                  <a:srgbClr val="10152B"/>
                </a:solidFill>
                <a:latin typeface="Arial"/>
                <a:ea typeface="Arial"/>
                <a:cs typeface="Arial"/>
              </a:defRPr>
            </a:lvl3pPr>
            <a:lvl4pPr>
              <a:defRPr sz="1950" b="1">
                <a:solidFill>
                  <a:srgbClr val="10152B"/>
                </a:solidFill>
                <a:latin typeface="Arial"/>
                <a:ea typeface="Arial"/>
                <a:cs typeface="Arial"/>
              </a:defRPr>
            </a:lvl4pPr>
            <a:lvl5pPr>
              <a:defRPr sz="1950" b="1">
                <a:solidFill>
                  <a:srgbClr val="10152B"/>
                </a:solidFill>
                <a:latin typeface="Arial"/>
                <a:ea typeface="Arial"/>
                <a:cs typeface="Arial"/>
              </a:defRPr>
            </a:lvl5pPr>
            <a:lvl6pPr>
              <a:defRPr sz="1950" b="1">
                <a:solidFill>
                  <a:srgbClr val="10152B"/>
                </a:solidFill>
                <a:latin typeface="Arial"/>
                <a:ea typeface="Arial"/>
                <a:cs typeface="Arial"/>
              </a:defRPr>
            </a:lvl6pPr>
            <a:lvl7pPr>
              <a:defRPr sz="1950" b="1">
                <a:solidFill>
                  <a:srgbClr val="10152B"/>
                </a:solidFill>
                <a:latin typeface="Arial"/>
                <a:ea typeface="Arial"/>
                <a:cs typeface="Arial"/>
              </a:defRPr>
            </a:lvl7pPr>
            <a:lvl8pPr>
              <a:defRPr sz="1950" b="1">
                <a:solidFill>
                  <a:srgbClr val="10152B"/>
                </a:solidFill>
                <a:latin typeface="Arial"/>
                <a:ea typeface="Arial"/>
                <a:cs typeface="Arial"/>
              </a:defRPr>
            </a:lvl8pPr>
            <a:lvl9pPr>
              <a:defRPr sz="1950" b="1">
                <a:solidFill>
                  <a:srgbClr val="10152B"/>
                </a:solidFill>
                <a:latin typeface="Arial"/>
                <a:ea typeface="Arial"/>
                <a:cs typeface="Arial"/>
              </a:defRPr>
            </a:lvl9pPr>
          </a:lstStyle>
          <a:p xmlns:a="http://schemas.openxmlformats.org/drawingml/2006/main">
            <a:pPr>
              <a:defRPr sz="1950" b="1">
                <a:solidFill>
                  <a:srgbClr val="10152B"/>
                </a:solidFill>
                <a:latin typeface="Arial"/>
                <a:ea typeface="Arial"/>
                <a:cs typeface="Arial"/>
              </a:defRPr>
            </a:pPr>
            <a:r>
              <a:rPr sz="1950" b="1">
                <a:solidFill>
                  <a:srgbClr val="10152B"/>
                </a:solidFill>
                <a:latin typeface="Arial"/>
                <a:ea typeface="Arial"/>
                <a:cs typeface="Arial"/>
              </a:rPr>
              <a:t>Related-product recommendation</a:t>
            </a:r>
          </a:p>
        </p:txBody>
      </p:sp>
      <p:sp>
        <p:nvSpPr>
          <p:cNvPr id="10" name="test-divider">
            <a:extLst xmlns:a="http://schemas.openxmlformats.org/drawingml/2006/main">
              <a:ext uri="{FF2B5EF4-FFF2-40B4-BE49-F238E27FC236}">
                <a16:creationId xmlns:a16="http://schemas.microsoft.com/office/drawing/2014/main" id="{3EA31AAD-F06D-469F-99E9-22713854D315}"/>
              </a:ext>
            </a:extLst>
          </p:cNvPr>
          <p:cNvSpPr>
            <a:spLocks xmlns:a="http://schemas.openxmlformats.org/drawingml/2006/main" noGrp="1"/>
          </p:cNvSpPr>
          <p:nvPr/>
        </p:nvSpPr>
        <p:spPr>
          <a:xfrm xmlns:a="http://schemas.openxmlformats.org/drawingml/2006/main">
            <a:off x="781050" y="3638550"/>
            <a:ext cx="10287000" cy="0"/>
          </a:xfrm>
          <a:prstGeom xmlns:a="http://schemas.openxmlformats.org/drawingml/2006/main" prst="line">
            <a:avLst/>
          </a:prstGeom>
          <a:noFill xmlns:a="http://schemas.openxmlformats.org/drawingml/2006/main"/>
          <a:ln xmlns:a="http://schemas.openxmlformats.org/drawingml/2006/main" w="19050">
            <a:solidFill>
              <a:srgbClr val="D9DCE7"/>
            </a:solidFill>
            <a:prstDash val="solid"/>
          </a:ln>
        </p:spPr>
      </p:sp>
      <p:sp>
        <p:nvSpPr>
          <p:cNvPr id="11" name="measure-label">
            <a:extLst xmlns:a="http://schemas.openxmlformats.org/drawingml/2006/main">
              <a:ext uri="{FF2B5EF4-FFF2-40B4-BE49-F238E27FC236}">
                <a16:creationId xmlns:a16="http://schemas.microsoft.com/office/drawing/2014/main" id="{723F73AD-27B9-46B7-B6AC-F257D0F02493}"/>
              </a:ext>
            </a:extLst>
          </p:cNvPr>
          <p:cNvSpPr>
            <a:spLocks xmlns:a="http://schemas.openxmlformats.org/drawingml/2006/main" noGrp="1"/>
          </p:cNvSpPr>
          <p:nvPr/>
        </p:nvSpPr>
        <p:spPr>
          <a:xfrm xmlns:a="http://schemas.openxmlformats.org/drawingml/2006/main">
            <a:off x="781050" y="396240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defRPr sz="1275" b="1">
                <a:solidFill>
                  <a:srgbClr val="713BCC"/>
                </a:solidFill>
                <a:latin typeface="Arial"/>
                <a:ea typeface="Arial"/>
                <a:cs typeface="Arial"/>
              </a:defRPr>
            </a:defPPr>
            <a:lvl1pPr>
              <a:defRPr sz="1275" b="1">
                <a:solidFill>
                  <a:srgbClr val="713BCC"/>
                </a:solidFill>
                <a:latin typeface="Arial"/>
                <a:ea typeface="Arial"/>
                <a:cs typeface="Arial"/>
              </a:defRPr>
            </a:lvl1pPr>
            <a:lvl2pPr>
              <a:defRPr sz="1275" b="1">
                <a:solidFill>
                  <a:srgbClr val="713BCC"/>
                </a:solidFill>
                <a:latin typeface="Arial"/>
                <a:ea typeface="Arial"/>
                <a:cs typeface="Arial"/>
              </a:defRPr>
            </a:lvl2pPr>
            <a:lvl3pPr>
              <a:defRPr sz="1275" b="1">
                <a:solidFill>
                  <a:srgbClr val="713BCC"/>
                </a:solidFill>
                <a:latin typeface="Arial"/>
                <a:ea typeface="Arial"/>
                <a:cs typeface="Arial"/>
              </a:defRPr>
            </a:lvl3pPr>
            <a:lvl4pPr>
              <a:defRPr sz="1275" b="1">
                <a:solidFill>
                  <a:srgbClr val="713BCC"/>
                </a:solidFill>
                <a:latin typeface="Arial"/>
                <a:ea typeface="Arial"/>
                <a:cs typeface="Arial"/>
              </a:defRPr>
            </a:lvl4pPr>
            <a:lvl5pPr>
              <a:defRPr sz="1275" b="1">
                <a:solidFill>
                  <a:srgbClr val="713BCC"/>
                </a:solidFill>
                <a:latin typeface="Arial"/>
                <a:ea typeface="Arial"/>
                <a:cs typeface="Arial"/>
              </a:defRPr>
            </a:lvl5pPr>
            <a:lvl6pPr>
              <a:defRPr sz="1275" b="1">
                <a:solidFill>
                  <a:srgbClr val="713BCC"/>
                </a:solidFill>
                <a:latin typeface="Arial"/>
                <a:ea typeface="Arial"/>
                <a:cs typeface="Arial"/>
              </a:defRPr>
            </a:lvl6pPr>
            <a:lvl7pPr>
              <a:defRPr sz="1275" b="1">
                <a:solidFill>
                  <a:srgbClr val="713BCC"/>
                </a:solidFill>
                <a:latin typeface="Arial"/>
                <a:ea typeface="Arial"/>
                <a:cs typeface="Arial"/>
              </a:defRPr>
            </a:lvl7pPr>
            <a:lvl8pPr>
              <a:defRPr sz="1275" b="1">
                <a:solidFill>
                  <a:srgbClr val="713BCC"/>
                </a:solidFill>
                <a:latin typeface="Arial"/>
                <a:ea typeface="Arial"/>
                <a:cs typeface="Arial"/>
              </a:defRPr>
            </a:lvl8pPr>
            <a:lvl9pPr>
              <a:defRPr sz="1275" b="1">
                <a:solidFill>
                  <a:srgbClr val="713BCC"/>
                </a:solidFill>
                <a:latin typeface="Arial"/>
                <a:ea typeface="Arial"/>
                <a:cs typeface="Arial"/>
              </a:defRPr>
            </a:lvl9pPr>
          </a:lstStyle>
          <a:p xmlns:a="http://schemas.openxmlformats.org/drawingml/2006/main">
            <a:pPr>
              <a:defRPr sz="1275" b="1">
                <a:solidFill>
                  <a:srgbClr val="713BCC"/>
                </a:solidFill>
                <a:latin typeface="Arial"/>
                <a:ea typeface="Arial"/>
                <a:cs typeface="Arial"/>
              </a:defRPr>
            </a:pPr>
            <a:r>
              <a:rPr sz="1275" b="1">
                <a:solidFill>
                  <a:srgbClr val="713BCC"/>
                </a:solidFill>
                <a:latin typeface="Arial"/>
                <a:ea typeface="Arial"/>
                <a:cs typeface="Arial"/>
              </a:rPr>
              <a:t>MEASURE</a:t>
            </a:r>
          </a:p>
        </p:txBody>
      </p:sp>
      <p:sp>
        <p:nvSpPr>
          <p:cNvPr id="12" name="measure-copy">
            <a:extLst xmlns:a="http://schemas.openxmlformats.org/drawingml/2006/main">
              <a:ext uri="{FF2B5EF4-FFF2-40B4-BE49-F238E27FC236}">
                <a16:creationId xmlns:a16="http://schemas.microsoft.com/office/drawing/2014/main" id="{72176A4E-1CCF-4AF3-8C20-0F91AEB596A2}"/>
              </a:ext>
            </a:extLst>
          </p:cNvPr>
          <p:cNvSpPr>
            <a:spLocks xmlns:a="http://schemas.openxmlformats.org/drawingml/2006/main" noGrp="1"/>
          </p:cNvSpPr>
          <p:nvPr/>
        </p:nvSpPr>
        <p:spPr>
          <a:xfrm xmlns:a="http://schemas.openxmlformats.org/drawingml/2006/main">
            <a:off x="781050" y="4286250"/>
            <a:ext cx="4476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defRPr sz="1725" b="0">
                <a:solidFill>
                  <a:srgbClr val="10152B"/>
                </a:solidFill>
                <a:latin typeface="Arial"/>
                <a:ea typeface="Arial"/>
                <a:cs typeface="Arial"/>
              </a:defRPr>
            </a:defPPr>
            <a:lvl1pPr>
              <a:defRPr sz="1725" b="0">
                <a:solidFill>
                  <a:srgbClr val="10152B"/>
                </a:solidFill>
                <a:latin typeface="Arial"/>
                <a:ea typeface="Arial"/>
                <a:cs typeface="Arial"/>
              </a:defRPr>
            </a:lvl1pPr>
            <a:lvl2pPr>
              <a:defRPr sz="1725" b="0">
                <a:solidFill>
                  <a:srgbClr val="10152B"/>
                </a:solidFill>
                <a:latin typeface="Arial"/>
                <a:ea typeface="Arial"/>
                <a:cs typeface="Arial"/>
              </a:defRPr>
            </a:lvl2pPr>
            <a:lvl3pPr>
              <a:defRPr sz="1725" b="0">
                <a:solidFill>
                  <a:srgbClr val="10152B"/>
                </a:solidFill>
                <a:latin typeface="Arial"/>
                <a:ea typeface="Arial"/>
                <a:cs typeface="Arial"/>
              </a:defRPr>
            </a:lvl3pPr>
            <a:lvl4pPr>
              <a:defRPr sz="1725" b="0">
                <a:solidFill>
                  <a:srgbClr val="10152B"/>
                </a:solidFill>
                <a:latin typeface="Arial"/>
                <a:ea typeface="Arial"/>
                <a:cs typeface="Arial"/>
              </a:defRPr>
            </a:lvl4pPr>
            <a:lvl5pPr>
              <a:defRPr sz="1725" b="0">
                <a:solidFill>
                  <a:srgbClr val="10152B"/>
                </a:solidFill>
                <a:latin typeface="Arial"/>
                <a:ea typeface="Arial"/>
                <a:cs typeface="Arial"/>
              </a:defRPr>
            </a:lvl5pPr>
            <a:lvl6pPr>
              <a:defRPr sz="1725" b="0">
                <a:solidFill>
                  <a:srgbClr val="10152B"/>
                </a:solidFill>
                <a:latin typeface="Arial"/>
                <a:ea typeface="Arial"/>
                <a:cs typeface="Arial"/>
              </a:defRPr>
            </a:lvl6pPr>
            <a:lvl7pPr>
              <a:defRPr sz="1725" b="0">
                <a:solidFill>
                  <a:srgbClr val="10152B"/>
                </a:solidFill>
                <a:latin typeface="Arial"/>
                <a:ea typeface="Arial"/>
                <a:cs typeface="Arial"/>
              </a:defRPr>
            </a:lvl7pPr>
            <a:lvl8pPr>
              <a:defRPr sz="1725" b="0">
                <a:solidFill>
                  <a:srgbClr val="10152B"/>
                </a:solidFill>
                <a:latin typeface="Arial"/>
                <a:ea typeface="Arial"/>
                <a:cs typeface="Arial"/>
              </a:defRPr>
            </a:lvl8pPr>
            <a:lvl9pPr>
              <a:defRPr sz="1725" b="0">
                <a:solidFill>
                  <a:srgbClr val="10152B"/>
                </a:solidFill>
                <a:latin typeface="Arial"/>
                <a:ea typeface="Arial"/>
                <a:cs typeface="Arial"/>
              </a:defRPr>
            </a:lvl9pPr>
          </a:lstStyle>
          <a:p xmlns:a="http://schemas.openxmlformats.org/drawingml/2006/main">
            <a:pPr>
              <a:defRPr sz="1725" b="0">
                <a:solidFill>
                  <a:srgbClr val="10152B"/>
                </a:solidFill>
                <a:latin typeface="Arial"/>
                <a:ea typeface="Arial"/>
                <a:cs typeface="Arial"/>
              </a:defRPr>
            </a:pPr>
            <a:r>
              <a:rPr sz="1725" b="0">
                <a:solidFill>
                  <a:srgbClr val="10152B"/>
                </a:solidFill>
                <a:latin typeface="Arial"/>
                <a:ea typeface="Arial"/>
                <a:cs typeface="Arial"/>
              </a:rPr>
              <a:t>Conversion or revenue per eligible customer</a:t>
            </a:r>
          </a:p>
        </p:txBody>
      </p:sp>
      <p:sp>
        <p:nvSpPr>
          <p:cNvPr id="13" name="guard-label">
            <a:extLst xmlns:a="http://schemas.openxmlformats.org/drawingml/2006/main">
              <a:ext uri="{FF2B5EF4-FFF2-40B4-BE49-F238E27FC236}">
                <a16:creationId xmlns:a16="http://schemas.microsoft.com/office/drawing/2014/main" id="{1191611F-E82F-4AAE-80FB-E970C620DD2E}"/>
              </a:ext>
            </a:extLst>
          </p:cNvPr>
          <p:cNvSpPr>
            <a:spLocks xmlns:a="http://schemas.openxmlformats.org/drawingml/2006/main" noGrp="1"/>
          </p:cNvSpPr>
          <p:nvPr/>
        </p:nvSpPr>
        <p:spPr>
          <a:xfrm xmlns:a="http://schemas.openxmlformats.org/drawingml/2006/main">
            <a:off x="5905500" y="396240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defRPr sz="1275" b="1">
                <a:solidFill>
                  <a:srgbClr val="D59B20"/>
                </a:solidFill>
                <a:latin typeface="Arial"/>
                <a:ea typeface="Arial"/>
                <a:cs typeface="Arial"/>
              </a:defRPr>
            </a:defPPr>
            <a:lvl1pPr>
              <a:defRPr sz="1275" b="1">
                <a:solidFill>
                  <a:srgbClr val="D59B20"/>
                </a:solidFill>
                <a:latin typeface="Arial"/>
                <a:ea typeface="Arial"/>
                <a:cs typeface="Arial"/>
              </a:defRPr>
            </a:lvl1pPr>
            <a:lvl2pPr>
              <a:defRPr sz="1275" b="1">
                <a:solidFill>
                  <a:srgbClr val="D59B20"/>
                </a:solidFill>
                <a:latin typeface="Arial"/>
                <a:ea typeface="Arial"/>
                <a:cs typeface="Arial"/>
              </a:defRPr>
            </a:lvl2pPr>
            <a:lvl3pPr>
              <a:defRPr sz="1275" b="1">
                <a:solidFill>
                  <a:srgbClr val="D59B20"/>
                </a:solidFill>
                <a:latin typeface="Arial"/>
                <a:ea typeface="Arial"/>
                <a:cs typeface="Arial"/>
              </a:defRPr>
            </a:lvl3pPr>
            <a:lvl4pPr>
              <a:defRPr sz="1275" b="1">
                <a:solidFill>
                  <a:srgbClr val="D59B20"/>
                </a:solidFill>
                <a:latin typeface="Arial"/>
                <a:ea typeface="Arial"/>
                <a:cs typeface="Arial"/>
              </a:defRPr>
            </a:lvl4pPr>
            <a:lvl5pPr>
              <a:defRPr sz="1275" b="1">
                <a:solidFill>
                  <a:srgbClr val="D59B20"/>
                </a:solidFill>
                <a:latin typeface="Arial"/>
                <a:ea typeface="Arial"/>
                <a:cs typeface="Arial"/>
              </a:defRPr>
            </a:lvl5pPr>
            <a:lvl6pPr>
              <a:defRPr sz="1275" b="1">
                <a:solidFill>
                  <a:srgbClr val="D59B20"/>
                </a:solidFill>
                <a:latin typeface="Arial"/>
                <a:ea typeface="Arial"/>
                <a:cs typeface="Arial"/>
              </a:defRPr>
            </a:lvl6pPr>
            <a:lvl7pPr>
              <a:defRPr sz="1275" b="1">
                <a:solidFill>
                  <a:srgbClr val="D59B20"/>
                </a:solidFill>
                <a:latin typeface="Arial"/>
                <a:ea typeface="Arial"/>
                <a:cs typeface="Arial"/>
              </a:defRPr>
            </a:lvl7pPr>
            <a:lvl8pPr>
              <a:defRPr sz="1275" b="1">
                <a:solidFill>
                  <a:srgbClr val="D59B20"/>
                </a:solidFill>
                <a:latin typeface="Arial"/>
                <a:ea typeface="Arial"/>
                <a:cs typeface="Arial"/>
              </a:defRPr>
            </a:lvl8pPr>
            <a:lvl9pPr>
              <a:defRPr sz="1275" b="1">
                <a:solidFill>
                  <a:srgbClr val="D59B20"/>
                </a:solidFill>
                <a:latin typeface="Arial"/>
                <a:ea typeface="Arial"/>
                <a:cs typeface="Arial"/>
              </a:defRPr>
            </a:lvl9pPr>
          </a:lstStyle>
          <a:p xmlns:a="http://schemas.openxmlformats.org/drawingml/2006/main">
            <a:pPr>
              <a:defRPr sz="1275" b="1">
                <a:solidFill>
                  <a:srgbClr val="D59B20"/>
                </a:solidFill>
                <a:latin typeface="Arial"/>
                <a:ea typeface="Arial"/>
                <a:cs typeface="Arial"/>
              </a:defRPr>
            </a:pPr>
            <a:r>
              <a:rPr sz="1275" b="1">
                <a:solidFill>
                  <a:srgbClr val="D59B20"/>
                </a:solidFill>
                <a:latin typeface="Arial"/>
                <a:ea typeface="Arial"/>
                <a:cs typeface="Arial"/>
              </a:rPr>
              <a:t>GUARDRAILS</a:t>
            </a:r>
          </a:p>
        </p:txBody>
      </p:sp>
      <p:sp>
        <p:nvSpPr>
          <p:cNvPr id="14" name="guard-copy">
            <a:extLst xmlns:a="http://schemas.openxmlformats.org/drawingml/2006/main">
              <a:ext uri="{FF2B5EF4-FFF2-40B4-BE49-F238E27FC236}">
                <a16:creationId xmlns:a16="http://schemas.microsoft.com/office/drawing/2014/main" id="{FFBCC24A-AE27-44DC-9BEC-17B52BADB01C}"/>
              </a:ext>
            </a:extLst>
          </p:cNvPr>
          <p:cNvSpPr>
            <a:spLocks xmlns:a="http://schemas.openxmlformats.org/drawingml/2006/main" noGrp="1"/>
          </p:cNvSpPr>
          <p:nvPr/>
        </p:nvSpPr>
        <p:spPr>
          <a:xfrm xmlns:a="http://schemas.openxmlformats.org/drawingml/2006/main">
            <a:off x="5905500" y="4286250"/>
            <a:ext cx="4381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defRPr sz="1725" b="0">
                <a:solidFill>
                  <a:srgbClr val="10152B"/>
                </a:solidFill>
                <a:latin typeface="Arial"/>
                <a:ea typeface="Arial"/>
                <a:cs typeface="Arial"/>
              </a:defRPr>
            </a:defPPr>
            <a:lvl1pPr>
              <a:defRPr sz="1725" b="0">
                <a:solidFill>
                  <a:srgbClr val="10152B"/>
                </a:solidFill>
                <a:latin typeface="Arial"/>
                <a:ea typeface="Arial"/>
                <a:cs typeface="Arial"/>
              </a:defRPr>
            </a:lvl1pPr>
            <a:lvl2pPr>
              <a:defRPr sz="1725" b="0">
                <a:solidFill>
                  <a:srgbClr val="10152B"/>
                </a:solidFill>
                <a:latin typeface="Arial"/>
                <a:ea typeface="Arial"/>
                <a:cs typeface="Arial"/>
              </a:defRPr>
            </a:lvl2pPr>
            <a:lvl3pPr>
              <a:defRPr sz="1725" b="0">
                <a:solidFill>
                  <a:srgbClr val="10152B"/>
                </a:solidFill>
                <a:latin typeface="Arial"/>
                <a:ea typeface="Arial"/>
                <a:cs typeface="Arial"/>
              </a:defRPr>
            </a:lvl3pPr>
            <a:lvl4pPr>
              <a:defRPr sz="1725" b="0">
                <a:solidFill>
                  <a:srgbClr val="10152B"/>
                </a:solidFill>
                <a:latin typeface="Arial"/>
                <a:ea typeface="Arial"/>
                <a:cs typeface="Arial"/>
              </a:defRPr>
            </a:lvl4pPr>
            <a:lvl5pPr>
              <a:defRPr sz="1725" b="0">
                <a:solidFill>
                  <a:srgbClr val="10152B"/>
                </a:solidFill>
                <a:latin typeface="Arial"/>
                <a:ea typeface="Arial"/>
                <a:cs typeface="Arial"/>
              </a:defRPr>
            </a:lvl5pPr>
            <a:lvl6pPr>
              <a:defRPr sz="1725" b="0">
                <a:solidFill>
                  <a:srgbClr val="10152B"/>
                </a:solidFill>
                <a:latin typeface="Arial"/>
                <a:ea typeface="Arial"/>
                <a:cs typeface="Arial"/>
              </a:defRPr>
            </a:lvl6pPr>
            <a:lvl7pPr>
              <a:defRPr sz="1725" b="0">
                <a:solidFill>
                  <a:srgbClr val="10152B"/>
                </a:solidFill>
                <a:latin typeface="Arial"/>
                <a:ea typeface="Arial"/>
                <a:cs typeface="Arial"/>
              </a:defRPr>
            </a:lvl7pPr>
            <a:lvl8pPr>
              <a:defRPr sz="1725" b="0">
                <a:solidFill>
                  <a:srgbClr val="10152B"/>
                </a:solidFill>
                <a:latin typeface="Arial"/>
                <a:ea typeface="Arial"/>
                <a:cs typeface="Arial"/>
              </a:defRPr>
            </a:lvl8pPr>
            <a:lvl9pPr>
              <a:defRPr sz="1725" b="0">
                <a:solidFill>
                  <a:srgbClr val="10152B"/>
                </a:solidFill>
                <a:latin typeface="Arial"/>
                <a:ea typeface="Arial"/>
                <a:cs typeface="Arial"/>
              </a:defRPr>
            </a:lvl9pPr>
          </a:lstStyle>
          <a:p xmlns:a="http://schemas.openxmlformats.org/drawingml/2006/main">
            <a:pPr>
              <a:defRPr sz="1725" b="0">
                <a:solidFill>
                  <a:srgbClr val="10152B"/>
                </a:solidFill>
                <a:latin typeface="Arial"/>
                <a:ea typeface="Arial"/>
                <a:cs typeface="Arial"/>
              </a:defRPr>
            </a:pPr>
            <a:r>
              <a:rPr sz="1725" b="0">
                <a:solidFill>
                  <a:srgbClr val="10152B"/>
                </a:solidFill>
                <a:latin typeface="Arial"/>
                <a:ea typeface="Arial"/>
                <a:cs typeface="Arial"/>
              </a:rPr>
              <a:t>Complaints and opt-outs</a:t>
            </a:r>
          </a:p>
        </p:txBody>
      </p:sp>
      <p:sp>
        <p:nvSpPr>
          <p:cNvPr id="15" name="boundary-band">
            <a:extLst xmlns:a="http://schemas.openxmlformats.org/drawingml/2006/main">
              <a:ext uri="{FF2B5EF4-FFF2-40B4-BE49-F238E27FC236}">
                <a16:creationId xmlns:a16="http://schemas.microsoft.com/office/drawing/2014/main" id="{D862259F-8931-435C-AFCB-671CBC7D4910}"/>
              </a:ext>
            </a:extLst>
          </p:cNvPr>
          <p:cNvSpPr>
            <a:spLocks xmlns:a="http://schemas.openxmlformats.org/drawingml/2006/main" noGrp="1"/>
          </p:cNvSpPr>
          <p:nvPr/>
        </p:nvSpPr>
        <p:spPr>
          <a:xfrm xmlns:a="http://schemas.openxmlformats.org/drawingml/2006/main">
            <a:off x="685800" y="5219700"/>
            <a:ext cx="10668000" cy="685800"/>
          </a:xfrm>
          <a:prstGeom xmlns:a="http://schemas.openxmlformats.org/drawingml/2006/main" prst="rect">
            <a:avLst/>
          </a:prstGeom>
          <a:solidFill xmlns:a="http://schemas.openxmlformats.org/drawingml/2006/main">
            <a:srgbClr val="10152B"/>
          </a:solidFill>
          <a:ln xmlns:a="http://schemas.openxmlformats.org/drawingml/2006/main" w="0">
            <a:noFill/>
            <a:prstDash val="solid"/>
          </a:ln>
        </p:spPr>
      </p:sp>
      <p:sp>
        <p:nvSpPr>
          <p:cNvPr id="16" name="boundary">
            <a:extLst xmlns:a="http://schemas.openxmlformats.org/drawingml/2006/main">
              <a:ext uri="{FF2B5EF4-FFF2-40B4-BE49-F238E27FC236}">
                <a16:creationId xmlns:a16="http://schemas.microsoft.com/office/drawing/2014/main" id="{2BD45C12-D0C9-4C67-B723-032C1FD9AE2D}"/>
              </a:ext>
            </a:extLst>
          </p:cNvPr>
          <p:cNvSpPr>
            <a:spLocks xmlns:a="http://schemas.openxmlformats.org/drawingml/2006/main" noGrp="1"/>
          </p:cNvSpPr>
          <p:nvPr/>
        </p:nvSpPr>
        <p:spPr>
          <a:xfrm xmlns:a="http://schemas.openxmlformats.org/drawingml/2006/main">
            <a:off x="904875" y="5219700"/>
            <a:ext cx="10191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defRPr sz="1650" b="1">
                <a:solidFill>
                  <a:srgbClr val="FFFFFF"/>
                </a:solidFill>
                <a:latin typeface="Arial"/>
                <a:ea typeface="Arial"/>
                <a:cs typeface="Arial"/>
              </a:defRPr>
            </a:defPPr>
            <a:lvl1pPr>
              <a:defRPr sz="1650" b="1">
                <a:solidFill>
                  <a:srgbClr val="FFFFFF"/>
                </a:solidFill>
                <a:latin typeface="Arial"/>
                <a:ea typeface="Arial"/>
                <a:cs typeface="Arial"/>
              </a:defRPr>
            </a:lvl1pPr>
            <a:lvl2pPr>
              <a:defRPr sz="1650" b="1">
                <a:solidFill>
                  <a:srgbClr val="FFFFFF"/>
                </a:solidFill>
                <a:latin typeface="Arial"/>
                <a:ea typeface="Arial"/>
                <a:cs typeface="Arial"/>
              </a:defRPr>
            </a:lvl2pPr>
            <a:lvl3pPr>
              <a:defRPr sz="1650" b="1">
                <a:solidFill>
                  <a:srgbClr val="FFFFFF"/>
                </a:solidFill>
                <a:latin typeface="Arial"/>
                <a:ea typeface="Arial"/>
                <a:cs typeface="Arial"/>
              </a:defRPr>
            </a:lvl3pPr>
            <a:lvl4pPr>
              <a:defRPr sz="1650" b="1">
                <a:solidFill>
                  <a:srgbClr val="FFFFFF"/>
                </a:solidFill>
                <a:latin typeface="Arial"/>
                <a:ea typeface="Arial"/>
                <a:cs typeface="Arial"/>
              </a:defRPr>
            </a:lvl4pPr>
            <a:lvl5pPr>
              <a:defRPr sz="1650" b="1">
                <a:solidFill>
                  <a:srgbClr val="FFFFFF"/>
                </a:solidFill>
                <a:latin typeface="Arial"/>
                <a:ea typeface="Arial"/>
                <a:cs typeface="Arial"/>
              </a:defRPr>
            </a:lvl5pPr>
            <a:lvl6pPr>
              <a:defRPr sz="1650" b="1">
                <a:solidFill>
                  <a:srgbClr val="FFFFFF"/>
                </a:solidFill>
                <a:latin typeface="Arial"/>
                <a:ea typeface="Arial"/>
                <a:cs typeface="Arial"/>
              </a:defRPr>
            </a:lvl6pPr>
            <a:lvl7pPr>
              <a:defRPr sz="1650" b="1">
                <a:solidFill>
                  <a:srgbClr val="FFFFFF"/>
                </a:solidFill>
                <a:latin typeface="Arial"/>
                <a:ea typeface="Arial"/>
                <a:cs typeface="Arial"/>
              </a:defRPr>
            </a:lvl7pPr>
            <a:lvl8pPr>
              <a:defRPr sz="1650" b="1">
                <a:solidFill>
                  <a:srgbClr val="FFFFFF"/>
                </a:solidFill>
                <a:latin typeface="Arial"/>
                <a:ea typeface="Arial"/>
                <a:cs typeface="Arial"/>
              </a:defRPr>
            </a:lvl8pPr>
            <a:lvl9pPr>
              <a:defRPr sz="1650" b="1">
                <a:solidFill>
                  <a:srgbClr val="FFFFFF"/>
                </a:solidFill>
                <a:latin typeface="Arial"/>
                <a:ea typeface="Arial"/>
                <a:cs typeface="Arial"/>
              </a:defRPr>
            </a:lvl9pPr>
          </a:lstStyle>
          <a:p xmlns:a="http://schemas.openxmlformats.org/drawingml/2006/main">
            <a:pPr>
              <a:defRPr sz="1650" b="1">
                <a:solidFill>
                  <a:srgbClr val="FFFFFF"/>
                </a:solidFill>
                <a:latin typeface="Arial"/>
                <a:ea typeface="Arial"/>
                <a:cs typeface="Arial"/>
              </a:defRPr>
            </a:pPr>
            <a:r>
              <a:rPr sz="1650" b="1">
                <a:solidFill>
                  <a:srgbClr val="FFFFFF"/>
                </a:solidFill>
                <a:latin typeface="Arial"/>
                <a:ea typeface="Arial"/>
                <a:cs typeface="Arial"/>
              </a:rPr>
              <a:t>Boundary: no sensitive traits, covert tracking or unrelated personal data.</a:t>
            </a:r>
          </a:p>
        </p:txBody>
      </p:sp>
      <p:sp>
        <p:nvSpPr>
          <p:cNvPr id="17" name="footer-divider">
            <a:extLst xmlns:a="http://schemas.openxmlformats.org/drawingml/2006/main">
              <a:ext uri="{FF2B5EF4-FFF2-40B4-BE49-F238E27FC236}">
                <a16:creationId xmlns:a16="http://schemas.microsoft.com/office/drawing/2014/main" id="{A586FA8D-035D-49E3-8D31-9A90F7569CAF}"/>
              </a:ext>
            </a:extLst>
          </p:cNvPr>
          <p:cNvSpPr>
            <a:spLocks xmlns:a="http://schemas.openxmlformats.org/drawingml/2006/main" noGrp="1"/>
          </p:cNvSpPr>
          <p:nvPr/>
        </p:nvSpPr>
        <p:spPr>
          <a:xfrm xmlns:a="http://schemas.openxmlformats.org/drawingml/2006/main">
            <a:off x="685800" y="6210300"/>
            <a:ext cx="10810875" cy="0"/>
          </a:xfrm>
          <a:prstGeom xmlns:a="http://schemas.openxmlformats.org/drawingml/2006/main" prst="line">
            <a:avLst/>
          </a:prstGeom>
          <a:noFill xmlns:a="http://schemas.openxmlformats.org/drawingml/2006/main"/>
          <a:ln xmlns:a="http://schemas.openxmlformats.org/drawingml/2006/main" w="19050">
            <a:solidFill>
              <a:srgbClr val="D9DCE7"/>
            </a:solidFill>
            <a:prstDash val="solid"/>
          </a:ln>
        </p:spPr>
      </p:sp>
      <p:sp>
        <p:nvSpPr>
          <p:cNvPr id="18" name="footer">
            <a:extLst xmlns:a="http://schemas.openxmlformats.org/drawingml/2006/main">
              <a:ext uri="{FF2B5EF4-FFF2-40B4-BE49-F238E27FC236}">
                <a16:creationId xmlns:a16="http://schemas.microsoft.com/office/drawing/2014/main" id="{EF2F3643-082E-4935-A0D3-2506485AC5A0}"/>
              </a:ext>
            </a:extLst>
          </p:cNvPr>
          <p:cNvSpPr>
            <a:spLocks xmlns:a="http://schemas.openxmlformats.org/drawingml/2006/main" noGrp="1"/>
          </p:cNvSpPr>
          <p:nvPr/>
        </p:nvSpPr>
        <p:spPr>
          <a:xfrm xmlns:a="http://schemas.openxmlformats.org/drawingml/2006/main">
            <a:off x="685800" y="6362700"/>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defRPr sz="975" b="1">
                <a:solidFill>
                  <a:srgbClr val="596176"/>
                </a:solidFill>
                <a:latin typeface="Arial"/>
                <a:ea typeface="Arial"/>
                <a:cs typeface="Arial"/>
              </a:defRPr>
            </a:defPPr>
            <a:lvl1pPr>
              <a:defRPr sz="975" b="1">
                <a:solidFill>
                  <a:srgbClr val="596176"/>
                </a:solidFill>
                <a:latin typeface="Arial"/>
                <a:ea typeface="Arial"/>
                <a:cs typeface="Arial"/>
              </a:defRPr>
            </a:lvl1pPr>
            <a:lvl2pPr>
              <a:defRPr sz="975" b="1">
                <a:solidFill>
                  <a:srgbClr val="596176"/>
                </a:solidFill>
                <a:latin typeface="Arial"/>
                <a:ea typeface="Arial"/>
                <a:cs typeface="Arial"/>
              </a:defRPr>
            </a:lvl2pPr>
            <a:lvl3pPr>
              <a:defRPr sz="975" b="1">
                <a:solidFill>
                  <a:srgbClr val="596176"/>
                </a:solidFill>
                <a:latin typeface="Arial"/>
                <a:ea typeface="Arial"/>
                <a:cs typeface="Arial"/>
              </a:defRPr>
            </a:lvl3pPr>
            <a:lvl4pPr>
              <a:defRPr sz="975" b="1">
                <a:solidFill>
                  <a:srgbClr val="596176"/>
                </a:solidFill>
                <a:latin typeface="Arial"/>
                <a:ea typeface="Arial"/>
                <a:cs typeface="Arial"/>
              </a:defRPr>
            </a:lvl4pPr>
            <a:lvl5pPr>
              <a:defRPr sz="975" b="1">
                <a:solidFill>
                  <a:srgbClr val="596176"/>
                </a:solidFill>
                <a:latin typeface="Arial"/>
                <a:ea typeface="Arial"/>
                <a:cs typeface="Arial"/>
              </a:defRPr>
            </a:lvl5pPr>
            <a:lvl6pPr>
              <a:defRPr sz="975" b="1">
                <a:solidFill>
                  <a:srgbClr val="596176"/>
                </a:solidFill>
                <a:latin typeface="Arial"/>
                <a:ea typeface="Arial"/>
                <a:cs typeface="Arial"/>
              </a:defRPr>
            </a:lvl6pPr>
            <a:lvl7pPr>
              <a:defRPr sz="975" b="1">
                <a:solidFill>
                  <a:srgbClr val="596176"/>
                </a:solidFill>
                <a:latin typeface="Arial"/>
                <a:ea typeface="Arial"/>
                <a:cs typeface="Arial"/>
              </a:defRPr>
            </a:lvl7pPr>
            <a:lvl8pPr>
              <a:defRPr sz="975" b="1">
                <a:solidFill>
                  <a:srgbClr val="596176"/>
                </a:solidFill>
                <a:latin typeface="Arial"/>
                <a:ea typeface="Arial"/>
                <a:cs typeface="Arial"/>
              </a:defRPr>
            </a:lvl8pPr>
            <a:lvl9pPr>
              <a:defRPr sz="975" b="1">
                <a:solidFill>
                  <a:srgbClr val="596176"/>
                </a:solidFill>
                <a:latin typeface="Arial"/>
                <a:ea typeface="Arial"/>
                <a:cs typeface="Arial"/>
              </a:defRPr>
            </a:lvl9pPr>
          </a:lstStyle>
          <a:p xmlns:a="http://schemas.openxmlformats.org/drawingml/2006/main">
            <a:pPr>
              <a:defRPr sz="975" b="1">
                <a:solidFill>
                  <a:srgbClr val="596176"/>
                </a:solidFill>
                <a:latin typeface="Arial"/>
                <a:ea typeface="Arial"/>
                <a:cs typeface="Arial"/>
              </a:defRPr>
            </a:pPr>
            <a:r>
              <a:rPr sz="975" b="1">
                <a:solidFill>
                  <a:srgbClr val="596176"/>
                </a:solidFill>
                <a:latin typeface="Arial"/>
                <a:ea typeface="Arial"/>
                <a:cs typeface="Arial"/>
              </a:rPr>
              <a:t>DAY 5 FUTURES REPORT  |  PRACTICE DATA UNLESS STATED</a:t>
            </a:r>
          </a:p>
        </p:txBody>
      </p:sp>
      <p:sp>
        <p:nvSpPr>
          <p:cNvPr id="19" name="page-number">
            <a:extLst xmlns:a="http://schemas.openxmlformats.org/drawingml/2006/main">
              <a:ext uri="{FF2B5EF4-FFF2-40B4-BE49-F238E27FC236}">
                <a16:creationId xmlns:a16="http://schemas.microsoft.com/office/drawing/2014/main" id="{78154315-B425-40AC-BAEB-1CF40888049D}"/>
              </a:ext>
            </a:extLst>
          </p:cNvPr>
          <p:cNvSpPr>
            <a:spLocks xmlns:a="http://schemas.openxmlformats.org/drawingml/2006/main" noGrp="1"/>
          </p:cNvSpPr>
          <p:nvPr/>
        </p:nvSpPr>
        <p:spPr>
          <a:xfrm xmlns:a="http://schemas.openxmlformats.org/drawingml/2006/main">
            <a:off x="11049000" y="6334125"/>
            <a:ext cx="4286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defRPr sz="1125" b="1">
                <a:solidFill>
                  <a:srgbClr val="713BCC"/>
                </a:solidFill>
                <a:latin typeface="Arial"/>
                <a:ea typeface="Arial"/>
                <a:cs typeface="Arial"/>
              </a:defRPr>
            </a:defPPr>
            <a:lvl1pPr>
              <a:defRPr sz="1125" b="1">
                <a:solidFill>
                  <a:srgbClr val="713BCC"/>
                </a:solidFill>
                <a:latin typeface="Arial"/>
                <a:ea typeface="Arial"/>
                <a:cs typeface="Arial"/>
              </a:defRPr>
            </a:lvl1pPr>
            <a:lvl2pPr>
              <a:defRPr sz="1125" b="1">
                <a:solidFill>
                  <a:srgbClr val="713BCC"/>
                </a:solidFill>
                <a:latin typeface="Arial"/>
                <a:ea typeface="Arial"/>
                <a:cs typeface="Arial"/>
              </a:defRPr>
            </a:lvl2pPr>
            <a:lvl3pPr>
              <a:defRPr sz="1125" b="1">
                <a:solidFill>
                  <a:srgbClr val="713BCC"/>
                </a:solidFill>
                <a:latin typeface="Arial"/>
                <a:ea typeface="Arial"/>
                <a:cs typeface="Arial"/>
              </a:defRPr>
            </a:lvl3pPr>
            <a:lvl4pPr>
              <a:defRPr sz="1125" b="1">
                <a:solidFill>
                  <a:srgbClr val="713BCC"/>
                </a:solidFill>
                <a:latin typeface="Arial"/>
                <a:ea typeface="Arial"/>
                <a:cs typeface="Arial"/>
              </a:defRPr>
            </a:lvl4pPr>
            <a:lvl5pPr>
              <a:defRPr sz="1125" b="1">
                <a:solidFill>
                  <a:srgbClr val="713BCC"/>
                </a:solidFill>
                <a:latin typeface="Arial"/>
                <a:ea typeface="Arial"/>
                <a:cs typeface="Arial"/>
              </a:defRPr>
            </a:lvl5pPr>
            <a:lvl6pPr>
              <a:defRPr sz="1125" b="1">
                <a:solidFill>
                  <a:srgbClr val="713BCC"/>
                </a:solidFill>
                <a:latin typeface="Arial"/>
                <a:ea typeface="Arial"/>
                <a:cs typeface="Arial"/>
              </a:defRPr>
            </a:lvl6pPr>
            <a:lvl7pPr>
              <a:defRPr sz="1125" b="1">
                <a:solidFill>
                  <a:srgbClr val="713BCC"/>
                </a:solidFill>
                <a:latin typeface="Arial"/>
                <a:ea typeface="Arial"/>
                <a:cs typeface="Arial"/>
              </a:defRPr>
            </a:lvl7pPr>
            <a:lvl8pPr>
              <a:defRPr sz="1125" b="1">
                <a:solidFill>
                  <a:srgbClr val="713BCC"/>
                </a:solidFill>
                <a:latin typeface="Arial"/>
                <a:ea typeface="Arial"/>
                <a:cs typeface="Arial"/>
              </a:defRPr>
            </a:lvl8pPr>
            <a:lvl9pPr>
              <a:defRPr sz="1125" b="1">
                <a:solidFill>
                  <a:srgbClr val="713BCC"/>
                </a:solidFill>
                <a:latin typeface="Arial"/>
                <a:ea typeface="Arial"/>
                <a:cs typeface="Arial"/>
              </a:defRPr>
            </a:lvl9pPr>
          </a:lstStyle>
          <a:p xmlns:a="http://schemas.openxmlformats.org/drawingml/2006/main">
            <a:pPr>
              <a:defRPr sz="1125" b="1">
                <a:solidFill>
                  <a:srgbClr val="713BCC"/>
                </a:solidFill>
                <a:latin typeface="Arial"/>
                <a:ea typeface="Arial"/>
                <a:cs typeface="Arial"/>
              </a:defRPr>
            </a:pPr>
            <a:r>
              <a:rPr sz="1125" b="1">
                <a:solidFill>
                  <a:srgbClr val="713BCC"/>
                </a:solidFill>
                <a:latin typeface="Arial"/>
                <a:ea typeface="Arial"/>
                <a:cs typeface="Arial"/>
              </a:rPr>
              <a:t>08</a:t>
            </a:r>
          </a:p>
        </p:txBody>
      </p:sp>
    </p:spTree>
    <p:extLst>
      <p:ext uri="{BB962C8B-B14F-4D97-AF65-F5344CB8AC3E}">
        <p14:creationId xmlns:p14="http://schemas.microsoft.com/office/powerpoint/2010/main" val="94334154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2026-10-24T10:25:24.1780000Z</dcterms:created>
  <dcterms:modified xsi:type="dcterms:W3CDTF">2026-10-24T10:25:24.1780000Z</dcterms:modified>
</coreProperties>
</file>